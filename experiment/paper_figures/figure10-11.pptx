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8" r:id="rId3"/>
    <p:sldId id="259" r:id="rId5"/>
  </p:sldIdLst>
  <p:sldSz cx="12192000" cy="6858000"/>
  <p:notesSz cx="6858000" cy="9144000"/>
  <p:custDataLst>
    <p:tags r:id="rId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26" userDrawn="1">
          <p15:clr>
            <a:srgbClr val="A4A3A4"/>
          </p15:clr>
        </p15:guide>
        <p15:guide id="2" pos="378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026"/>
        <p:guide pos="378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gs" Target="tags/tag30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4" Type="http://schemas.openxmlformats.org/officeDocument/2006/relationships/notesSlide" Target="../notesSlides/notesSlide1.xml"/><Relationship Id="rId33" Type="http://schemas.openxmlformats.org/officeDocument/2006/relationships/slideLayout" Target="../slideLayouts/slideLayout1.xml"/><Relationship Id="rId32" Type="http://schemas.openxmlformats.org/officeDocument/2006/relationships/tags" Target="../tags/tag29.xml"/><Relationship Id="rId31" Type="http://schemas.openxmlformats.org/officeDocument/2006/relationships/tags" Target="../tags/tag28.xml"/><Relationship Id="rId30" Type="http://schemas.openxmlformats.org/officeDocument/2006/relationships/image" Target="../media/image3.png"/><Relationship Id="rId3" Type="http://schemas.openxmlformats.org/officeDocument/2006/relationships/tags" Target="../tags/tag3.xml"/><Relationship Id="rId29" Type="http://schemas.openxmlformats.org/officeDocument/2006/relationships/image" Target="../media/image2.png"/><Relationship Id="rId28" Type="http://schemas.openxmlformats.org/officeDocument/2006/relationships/image" Target="../media/image1.png"/><Relationship Id="rId27" Type="http://schemas.openxmlformats.org/officeDocument/2006/relationships/tags" Target="../tags/tag27.xml"/><Relationship Id="rId26" Type="http://schemas.openxmlformats.org/officeDocument/2006/relationships/tags" Target="../tags/tag26.xml"/><Relationship Id="rId25" Type="http://schemas.openxmlformats.org/officeDocument/2006/relationships/tags" Target="../tags/tag25.xml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303" name="组合 302"/>
          <p:cNvGrpSpPr/>
          <p:nvPr/>
        </p:nvGrpSpPr>
        <p:grpSpPr>
          <a:xfrm>
            <a:off x="387350" y="121920"/>
            <a:ext cx="11643360" cy="5984240"/>
            <a:chOff x="490" y="115"/>
            <a:chExt cx="18805" cy="10322"/>
          </a:xfrm>
        </p:grpSpPr>
        <p:sp>
          <p:nvSpPr>
            <p:cNvPr id="55" name="矩形 54"/>
            <p:cNvSpPr/>
            <p:nvPr/>
          </p:nvSpPr>
          <p:spPr>
            <a:xfrm>
              <a:off x="12072" y="2721"/>
              <a:ext cx="7223" cy="7349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9" name="矩形 48"/>
            <p:cNvSpPr/>
            <p:nvPr/>
          </p:nvSpPr>
          <p:spPr>
            <a:xfrm>
              <a:off x="11837" y="2891"/>
              <a:ext cx="7223" cy="7349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矩形 4"/>
            <p:cNvSpPr/>
            <p:nvPr/>
          </p:nvSpPr>
          <p:spPr>
            <a:xfrm>
              <a:off x="11512" y="3077"/>
              <a:ext cx="7309" cy="734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7" name="矩形 46"/>
            <p:cNvSpPr/>
            <p:nvPr/>
          </p:nvSpPr>
          <p:spPr>
            <a:xfrm>
              <a:off x="1233" y="2721"/>
              <a:ext cx="7301" cy="7349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3" name="矩形 42"/>
            <p:cNvSpPr/>
            <p:nvPr/>
          </p:nvSpPr>
          <p:spPr>
            <a:xfrm>
              <a:off x="854" y="2891"/>
              <a:ext cx="7453" cy="7349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矩形 3"/>
            <p:cNvSpPr/>
            <p:nvPr/>
          </p:nvSpPr>
          <p:spPr>
            <a:xfrm>
              <a:off x="490" y="3088"/>
              <a:ext cx="7547" cy="734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490" y="3157"/>
              <a:ext cx="7617" cy="6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>
                  <a:latin typeface="+mj-ea"/>
                  <a:ea typeface="+mj-ea"/>
                </a:rPr>
                <a:t>Prefill Instance</a:t>
              </a:r>
              <a:endParaRPr lang="en-US" altLang="zh-CN">
                <a:latin typeface="+mj-ea"/>
                <a:ea typeface="+mj-ea"/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11435" y="3157"/>
              <a:ext cx="7309" cy="6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>
                  <a:latin typeface="+mj-ea"/>
                  <a:ea typeface="+mj-ea"/>
                </a:rPr>
                <a:t>Decode Instance</a:t>
              </a:r>
              <a:endParaRPr lang="en-US" altLang="zh-CN">
                <a:latin typeface="+mj-ea"/>
                <a:ea typeface="+mj-ea"/>
              </a:endParaRPr>
            </a:p>
          </p:txBody>
        </p:sp>
        <p:grpSp>
          <p:nvGrpSpPr>
            <p:cNvPr id="66" name="组合 65"/>
            <p:cNvGrpSpPr/>
            <p:nvPr/>
          </p:nvGrpSpPr>
          <p:grpSpPr>
            <a:xfrm>
              <a:off x="4760" y="1821"/>
              <a:ext cx="2409" cy="826"/>
              <a:chOff x="4483" y="2098"/>
              <a:chExt cx="3470" cy="826"/>
            </a:xfrm>
          </p:grpSpPr>
          <p:cxnSp>
            <p:nvCxnSpPr>
              <p:cNvPr id="63" name="直接连接符 62"/>
              <p:cNvCxnSpPr/>
              <p:nvPr/>
            </p:nvCxnSpPr>
            <p:spPr>
              <a:xfrm flipV="1">
                <a:off x="4483" y="2195"/>
                <a:ext cx="195" cy="729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64" name="直接箭头连接符 63"/>
              <p:cNvCxnSpPr/>
              <p:nvPr/>
            </p:nvCxnSpPr>
            <p:spPr>
              <a:xfrm flipV="1">
                <a:off x="4688" y="2098"/>
                <a:ext cx="3265" cy="117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grpSp>
          <p:nvGrpSpPr>
            <p:cNvPr id="68" name="组合 67"/>
            <p:cNvGrpSpPr/>
            <p:nvPr/>
          </p:nvGrpSpPr>
          <p:grpSpPr>
            <a:xfrm flipH="1">
              <a:off x="12472" y="1823"/>
              <a:ext cx="2269" cy="816"/>
              <a:chOff x="4498" y="2098"/>
              <a:chExt cx="3455" cy="816"/>
            </a:xfrm>
          </p:grpSpPr>
          <p:cxnSp>
            <p:nvCxnSpPr>
              <p:cNvPr id="69" name="直接连接符 68"/>
              <p:cNvCxnSpPr/>
              <p:nvPr/>
            </p:nvCxnSpPr>
            <p:spPr>
              <a:xfrm flipV="1">
                <a:off x="4498" y="2195"/>
                <a:ext cx="180" cy="719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70" name="直接箭头连接符 69"/>
              <p:cNvCxnSpPr/>
              <p:nvPr/>
            </p:nvCxnSpPr>
            <p:spPr>
              <a:xfrm flipV="1">
                <a:off x="4688" y="2098"/>
                <a:ext cx="3265" cy="117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grpSp>
          <p:nvGrpSpPr>
            <p:cNvPr id="71" name="组合 70"/>
            <p:cNvGrpSpPr/>
            <p:nvPr/>
          </p:nvGrpSpPr>
          <p:grpSpPr>
            <a:xfrm flipH="1">
              <a:off x="12472" y="1442"/>
              <a:ext cx="2958" cy="1116"/>
              <a:chOff x="4795" y="1362"/>
              <a:chExt cx="4632" cy="1235"/>
            </a:xfrm>
          </p:grpSpPr>
          <p:cxnSp>
            <p:nvCxnSpPr>
              <p:cNvPr id="72" name="直接箭头连接符 71"/>
              <p:cNvCxnSpPr/>
              <p:nvPr/>
            </p:nvCxnSpPr>
            <p:spPr>
              <a:xfrm flipH="1">
                <a:off x="4795" y="1481"/>
                <a:ext cx="229" cy="1116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73" name="直接连接符 72"/>
              <p:cNvCxnSpPr/>
              <p:nvPr/>
            </p:nvCxnSpPr>
            <p:spPr>
              <a:xfrm flipV="1">
                <a:off x="5004" y="1362"/>
                <a:ext cx="4423" cy="119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cxnSp>
          <p:nvCxnSpPr>
            <p:cNvPr id="58" name="直接箭头连接符 57"/>
            <p:cNvCxnSpPr/>
            <p:nvPr/>
          </p:nvCxnSpPr>
          <p:spPr>
            <a:xfrm flipV="1">
              <a:off x="3018" y="706"/>
              <a:ext cx="5089" cy="1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60" name="文本框 59"/>
            <p:cNvSpPr txBox="1"/>
            <p:nvPr/>
          </p:nvSpPr>
          <p:spPr>
            <a:xfrm>
              <a:off x="4599" y="115"/>
              <a:ext cx="2171" cy="6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>
                  <a:latin typeface="微软雅黑" panose="020B0503020204020204" charset="-122"/>
                  <a:ea typeface="微软雅黑" panose="020B0503020204020204" charset="-122"/>
                </a:rPr>
                <a:t>Request</a:t>
              </a:r>
              <a:endParaRPr lang="en-US" altLang="zh-CN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47" name="文本框 146"/>
            <p:cNvSpPr txBox="1"/>
            <p:nvPr>
              <p:custDataLst>
                <p:tags r:id="rId1"/>
              </p:custDataLst>
            </p:nvPr>
          </p:nvSpPr>
          <p:spPr>
            <a:xfrm>
              <a:off x="13929" y="6754"/>
              <a:ext cx="531" cy="2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 wrap="square" rtlCol="0">
              <a:noAutofit/>
            </a:bodyPr>
            <a:p>
              <a:r>
                <a:rPr lang="en-US" altLang="zh-CN" sz="1600" b="1"/>
                <a:t>...</a:t>
              </a:r>
              <a:endParaRPr lang="en-US" altLang="zh-CN" sz="1600" b="1"/>
            </a:p>
          </p:txBody>
        </p:sp>
        <p:grpSp>
          <p:nvGrpSpPr>
            <p:cNvPr id="216" name="组合 215"/>
            <p:cNvGrpSpPr/>
            <p:nvPr/>
          </p:nvGrpSpPr>
          <p:grpSpPr>
            <a:xfrm>
              <a:off x="8533" y="414"/>
              <a:ext cx="2902" cy="1818"/>
              <a:chOff x="8317" y="414"/>
              <a:chExt cx="2902" cy="1818"/>
            </a:xfrm>
          </p:grpSpPr>
          <p:sp>
            <p:nvSpPr>
              <p:cNvPr id="7" name="矩形 6"/>
              <p:cNvSpPr/>
              <p:nvPr/>
            </p:nvSpPr>
            <p:spPr>
              <a:xfrm>
                <a:off x="8317" y="414"/>
                <a:ext cx="2902" cy="1818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l"/>
                <a:r>
                  <a:rPr lang="en-US" altLang="zh-CN" b="1">
                    <a:solidFill>
                      <a:schemeClr val="tx1"/>
                    </a:solidFill>
                  </a:rPr>
                  <a:t>          </a:t>
                </a:r>
                <a:endParaRPr lang="en-US" altLang="zh-CN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8" name="文本框 7"/>
              <p:cNvSpPr txBox="1"/>
              <p:nvPr/>
            </p:nvSpPr>
            <p:spPr>
              <a:xfrm>
                <a:off x="8317" y="414"/>
                <a:ext cx="2902" cy="617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 algn="ctr"/>
                <a:r>
                  <a:rPr lang="en-US" altLang="zh-CN">
                    <a:latin typeface="微软雅黑" panose="020B0503020204020204" charset="-122"/>
                    <a:ea typeface="微软雅黑" panose="020B0503020204020204" charset="-122"/>
                  </a:rPr>
                  <a:t>Proxy</a:t>
                </a:r>
                <a:endParaRPr lang="en-US" altLang="zh-CN">
                  <a:latin typeface="微软雅黑" panose="020B0503020204020204" charset="-122"/>
                  <a:ea typeface="微软雅黑" panose="020B0503020204020204" charset="-122"/>
                </a:endParaRPr>
              </a:p>
              <a:p>
                <a:pPr algn="ctr"/>
                <a:endParaRPr lang="en-US" altLang="zh-CN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45" name="文本框 44"/>
              <p:cNvSpPr txBox="1"/>
              <p:nvPr/>
            </p:nvSpPr>
            <p:spPr>
              <a:xfrm>
                <a:off x="9227" y="1093"/>
                <a:ext cx="1608" cy="5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600">
                    <a:latin typeface="微软雅黑" panose="020B0503020204020204" charset="-122"/>
                    <a:ea typeface="微软雅黑" panose="020B0503020204020204" charset="-122"/>
                  </a:rPr>
                  <a:t>Load</a:t>
                </a:r>
                <a:endParaRPr lang="en-US" altLang="zh-CN" sz="160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cxnSp>
          <p:nvCxnSpPr>
            <p:cNvPr id="169" name="直接箭头连接符 168"/>
            <p:cNvCxnSpPr/>
            <p:nvPr/>
          </p:nvCxnSpPr>
          <p:spPr>
            <a:xfrm>
              <a:off x="5789" y="5643"/>
              <a:ext cx="19" cy="2419"/>
            </a:xfrm>
            <a:prstGeom prst="straightConnector1">
              <a:avLst/>
            </a:prstGeom>
            <a:ln w="15875" cap="flat" cmpd="sng" algn="ctr">
              <a:solidFill>
                <a:schemeClr val="tx1"/>
              </a:solidFill>
              <a:prstDash val="dash"/>
              <a:miter lim="800000"/>
              <a:tailEnd type="arrow" w="med" len="med"/>
            </a:ln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176" name="组合 175"/>
            <p:cNvGrpSpPr/>
            <p:nvPr/>
          </p:nvGrpSpPr>
          <p:grpSpPr>
            <a:xfrm rot="0">
              <a:off x="5148" y="3978"/>
              <a:ext cx="1951" cy="2321"/>
              <a:chOff x="3856" y="3400"/>
              <a:chExt cx="2833" cy="3273"/>
            </a:xfrm>
            <a:solidFill>
              <a:srgbClr val="FF0000"/>
            </a:solidFill>
          </p:grpSpPr>
          <p:sp>
            <p:nvSpPr>
              <p:cNvPr id="177" name="矩形 176"/>
              <p:cNvSpPr/>
              <p:nvPr>
                <p:custDataLst>
                  <p:tags r:id="rId2"/>
                </p:custDataLst>
              </p:nvPr>
            </p:nvSpPr>
            <p:spPr>
              <a:xfrm>
                <a:off x="3856" y="3439"/>
                <a:ext cx="737" cy="3234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10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L</a:t>
                </a:r>
                <a:r>
                  <a:rPr lang="en-US" altLang="zh-CN" sz="1000" baseline="-250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1</a:t>
                </a:r>
                <a:endParaRPr lang="en-US" altLang="zh-CN" sz="1000" baseline="-250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178" name="矩形 177"/>
              <p:cNvSpPr/>
              <p:nvPr>
                <p:custDataLst>
                  <p:tags r:id="rId3"/>
                </p:custDataLst>
              </p:nvPr>
            </p:nvSpPr>
            <p:spPr>
              <a:xfrm>
                <a:off x="5280" y="3400"/>
                <a:ext cx="737" cy="3272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10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L</a:t>
                </a:r>
                <a:r>
                  <a:rPr lang="en-US" altLang="zh-CN" sz="1000" baseline="-250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7</a:t>
                </a:r>
                <a:endParaRPr lang="en-US" altLang="zh-CN" sz="1000" baseline="-250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cxnSp>
            <p:nvCxnSpPr>
              <p:cNvPr id="180" name="直接箭头连接符 179"/>
              <p:cNvCxnSpPr/>
              <p:nvPr>
                <p:custDataLst>
                  <p:tags r:id="rId4"/>
                </p:custDataLst>
              </p:nvPr>
            </p:nvCxnSpPr>
            <p:spPr>
              <a:xfrm flipV="1">
                <a:off x="4707" y="5096"/>
                <a:ext cx="439" cy="7"/>
              </a:xfrm>
              <a:prstGeom prst="straightConnector1">
                <a:avLst/>
              </a:prstGeom>
              <a:ln w="15875" cap="flat" cmpd="sng" algn="ctr">
                <a:solidFill>
                  <a:schemeClr val="tx1"/>
                </a:solidFill>
                <a:prstDash val="dash"/>
                <a:miter lim="800000"/>
                <a:tailEnd type="arrow" w="med" len="sm"/>
              </a:ln>
            </p:spPr>
            <p:style>
              <a:lnRef idx="0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81" name="文本框 180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5918" y="4927"/>
                <a:ext cx="771" cy="64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grpFill/>
                  </a14:hiddenFill>
                </a:ext>
              </a:extLst>
            </p:spPr>
            <p:txBody>
              <a:bodyPr wrap="square" rtlCol="0">
                <a:noAutofit/>
              </a:bodyPr>
              <a:p>
                <a:r>
                  <a:rPr lang="en-US" altLang="zh-CN" sz="1600" b="1"/>
                  <a:t>...</a:t>
                </a:r>
                <a:endParaRPr lang="en-US" altLang="zh-CN" sz="1600" b="1"/>
              </a:p>
            </p:txBody>
          </p:sp>
          <p:cxnSp>
            <p:nvCxnSpPr>
              <p:cNvPr id="182" name="直接箭头连接符 181"/>
              <p:cNvCxnSpPr/>
              <p:nvPr>
                <p:custDataLst>
                  <p:tags r:id="rId6"/>
                </p:custDataLst>
              </p:nvPr>
            </p:nvCxnSpPr>
            <p:spPr>
              <a:xfrm flipV="1">
                <a:off x="6118" y="5073"/>
                <a:ext cx="439" cy="7"/>
              </a:xfrm>
              <a:prstGeom prst="straightConnector1">
                <a:avLst/>
              </a:prstGeom>
              <a:ln w="15875" cap="flat" cmpd="sng" algn="ctr">
                <a:solidFill>
                  <a:schemeClr val="tx1"/>
                </a:solidFill>
                <a:prstDash val="dash"/>
                <a:miter lim="800000"/>
                <a:tailEnd type="arrow" w="med" len="sm"/>
              </a:ln>
            </p:spPr>
            <p:style>
              <a:lnRef idx="0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cxnSp>
          <p:nvCxnSpPr>
            <p:cNvPr id="206" name="直接箭头连接符 205"/>
            <p:cNvCxnSpPr/>
            <p:nvPr/>
          </p:nvCxnSpPr>
          <p:spPr>
            <a:xfrm>
              <a:off x="5964" y="5631"/>
              <a:ext cx="12" cy="1326"/>
            </a:xfrm>
            <a:prstGeom prst="straightConnector1">
              <a:avLst/>
            </a:prstGeom>
            <a:ln w="15875" cap="flat" cmpd="sng" algn="ctr">
              <a:solidFill>
                <a:schemeClr val="tx1"/>
              </a:solidFill>
              <a:prstDash val="dash"/>
              <a:miter lim="800000"/>
              <a:tailEnd type="arrow" w="med" len="med"/>
            </a:ln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19" name="直接箭头连接符 118"/>
            <p:cNvCxnSpPr/>
            <p:nvPr/>
          </p:nvCxnSpPr>
          <p:spPr>
            <a:xfrm>
              <a:off x="16053" y="6828"/>
              <a:ext cx="392" cy="6"/>
            </a:xfrm>
            <a:prstGeom prst="straightConnector1">
              <a:avLst/>
            </a:prstGeom>
            <a:ln w="15875" cap="flat" cmpd="sng" algn="ctr">
              <a:solidFill>
                <a:schemeClr val="tx1"/>
              </a:solidFill>
              <a:prstDash val="dash"/>
              <a:miter lim="800000"/>
              <a:tailEnd type="arrow" w="med" len="sm"/>
            </a:ln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65" name="组合 64"/>
            <p:cNvGrpSpPr/>
            <p:nvPr/>
          </p:nvGrpSpPr>
          <p:grpSpPr>
            <a:xfrm rot="0" flipV="1">
              <a:off x="12208" y="5069"/>
              <a:ext cx="1035" cy="1903"/>
              <a:chOff x="4678" y="2176"/>
              <a:chExt cx="4051" cy="738"/>
            </a:xfrm>
          </p:grpSpPr>
          <p:cxnSp>
            <p:nvCxnSpPr>
              <p:cNvPr id="67" name="直接连接符 66"/>
              <p:cNvCxnSpPr/>
              <p:nvPr/>
            </p:nvCxnSpPr>
            <p:spPr>
              <a:xfrm flipH="1" flipV="1">
                <a:off x="4678" y="2176"/>
                <a:ext cx="10" cy="738"/>
              </a:xfrm>
              <a:prstGeom prst="line">
                <a:avLst/>
              </a:prstGeom>
              <a:ln w="15875" cap="flat" cmpd="sng" algn="ctr">
                <a:solidFill>
                  <a:schemeClr val="tx1"/>
                </a:solidFill>
                <a:prstDash val="dash"/>
                <a:miter lim="800000"/>
              </a:ln>
            </p:spPr>
            <p:style>
              <a:lnRef idx="0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78" name="直接箭头连接符 77"/>
              <p:cNvCxnSpPr/>
              <p:nvPr/>
            </p:nvCxnSpPr>
            <p:spPr>
              <a:xfrm flipV="1">
                <a:off x="4688" y="2177"/>
                <a:ext cx="4041" cy="2"/>
              </a:xfrm>
              <a:prstGeom prst="straightConnector1">
                <a:avLst/>
              </a:prstGeom>
              <a:ln w="15875" cap="flat" cmpd="sng" algn="ctr">
                <a:solidFill>
                  <a:schemeClr val="tx1"/>
                </a:solidFill>
                <a:prstDash val="dash"/>
                <a:miter lim="800000"/>
                <a:tailEnd type="arrow" w="med" len="med"/>
              </a:ln>
            </p:spPr>
            <p:style>
              <a:lnRef idx="0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cxnSp>
          <p:nvCxnSpPr>
            <p:cNvPr id="79" name="直接连接符 78"/>
            <p:cNvCxnSpPr/>
            <p:nvPr/>
          </p:nvCxnSpPr>
          <p:spPr>
            <a:xfrm>
              <a:off x="12208" y="5062"/>
              <a:ext cx="558" cy="2"/>
            </a:xfrm>
            <a:prstGeom prst="line">
              <a:avLst/>
            </a:prstGeom>
            <a:ln w="15875" cap="flat" cmpd="sng" algn="ctr">
              <a:solidFill>
                <a:schemeClr val="tx1"/>
              </a:solidFill>
              <a:prstDash val="dash"/>
              <a:miter lim="800000"/>
            </a:ln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95" name="组合 94"/>
            <p:cNvGrpSpPr/>
            <p:nvPr/>
          </p:nvGrpSpPr>
          <p:grpSpPr>
            <a:xfrm rot="0">
              <a:off x="13479" y="5699"/>
              <a:ext cx="1951" cy="2320"/>
              <a:chOff x="3856" y="3439"/>
              <a:chExt cx="2833" cy="3272"/>
            </a:xfrm>
            <a:solidFill>
              <a:srgbClr val="FF0000"/>
            </a:solidFill>
          </p:grpSpPr>
          <p:sp>
            <p:nvSpPr>
              <p:cNvPr id="103" name="矩形 102"/>
              <p:cNvSpPr/>
              <p:nvPr>
                <p:custDataLst>
                  <p:tags r:id="rId7"/>
                </p:custDataLst>
              </p:nvPr>
            </p:nvSpPr>
            <p:spPr>
              <a:xfrm>
                <a:off x="3856" y="3439"/>
                <a:ext cx="737" cy="3234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10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L</a:t>
                </a:r>
                <a:r>
                  <a:rPr lang="en-US" altLang="zh-CN" sz="1000" baseline="-250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1</a:t>
                </a:r>
                <a:endParaRPr lang="en-US" altLang="zh-CN" sz="1000" baseline="-250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105" name="矩形 104"/>
              <p:cNvSpPr/>
              <p:nvPr>
                <p:custDataLst>
                  <p:tags r:id="rId8"/>
                </p:custDataLst>
              </p:nvPr>
            </p:nvSpPr>
            <p:spPr>
              <a:xfrm>
                <a:off x="5280" y="3439"/>
                <a:ext cx="737" cy="3272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10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L</a:t>
                </a:r>
                <a:r>
                  <a:rPr lang="en-US" altLang="zh-CN" sz="1000" baseline="-250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7</a:t>
                </a:r>
                <a:endParaRPr lang="en-US" altLang="zh-CN" sz="1000" baseline="-250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cxnSp>
            <p:nvCxnSpPr>
              <p:cNvPr id="107" name="直接箭头连接符 106"/>
              <p:cNvCxnSpPr/>
              <p:nvPr>
                <p:custDataLst>
                  <p:tags r:id="rId9"/>
                </p:custDataLst>
              </p:nvPr>
            </p:nvCxnSpPr>
            <p:spPr>
              <a:xfrm flipV="1">
                <a:off x="4707" y="5096"/>
                <a:ext cx="439" cy="7"/>
              </a:xfrm>
              <a:prstGeom prst="straightConnector1">
                <a:avLst/>
              </a:prstGeom>
              <a:ln w="15875" cap="flat" cmpd="sng" algn="ctr">
                <a:solidFill>
                  <a:schemeClr val="tx1"/>
                </a:solidFill>
                <a:prstDash val="dash"/>
                <a:miter lim="800000"/>
                <a:tailEnd type="arrow" w="med" len="sm"/>
              </a:ln>
            </p:spPr>
            <p:style>
              <a:lnRef idx="0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45" name="文本框 144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5918" y="4927"/>
                <a:ext cx="771" cy="64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grpFill/>
                  </a14:hiddenFill>
                </a:ext>
              </a:extLst>
            </p:spPr>
            <p:txBody>
              <a:bodyPr wrap="square" rtlCol="0">
                <a:noAutofit/>
              </a:bodyPr>
              <a:p>
                <a:r>
                  <a:rPr lang="en-US" altLang="zh-CN" sz="1600" b="1"/>
                  <a:t>...</a:t>
                </a:r>
                <a:endParaRPr lang="en-US" altLang="zh-CN" sz="1600" b="1"/>
              </a:p>
            </p:txBody>
          </p:sp>
          <p:cxnSp>
            <p:nvCxnSpPr>
              <p:cNvPr id="146" name="直接箭头连接符 145"/>
              <p:cNvCxnSpPr/>
              <p:nvPr>
                <p:custDataLst>
                  <p:tags r:id="rId11"/>
                </p:custDataLst>
              </p:nvPr>
            </p:nvCxnSpPr>
            <p:spPr>
              <a:xfrm flipV="1">
                <a:off x="6118" y="5073"/>
                <a:ext cx="439" cy="7"/>
              </a:xfrm>
              <a:prstGeom prst="straightConnector1">
                <a:avLst/>
              </a:prstGeom>
              <a:ln w="12700" cap="flat" cmpd="sng" algn="ctr">
                <a:solidFill>
                  <a:schemeClr val="tx1"/>
                </a:solidFill>
                <a:prstDash val="dash"/>
                <a:miter lim="800000"/>
                <a:tailEnd type="arrow" w="med" len="sm"/>
              </a:ln>
            </p:spPr>
            <p:style>
              <a:lnRef idx="0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sp>
          <p:nvSpPr>
            <p:cNvPr id="164" name="矩形 163"/>
            <p:cNvSpPr/>
            <p:nvPr>
              <p:custDataLst>
                <p:tags r:id="rId12"/>
              </p:custDataLst>
            </p:nvPr>
          </p:nvSpPr>
          <p:spPr>
            <a:xfrm>
              <a:off x="13116" y="8237"/>
              <a:ext cx="3329" cy="77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4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KV Buffer</a:t>
              </a:r>
              <a:endParaRPr lang="en-US" altLang="zh-CN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cxnSp>
          <p:nvCxnSpPr>
            <p:cNvPr id="184" name="直接箭头连接符 183"/>
            <p:cNvCxnSpPr/>
            <p:nvPr/>
          </p:nvCxnSpPr>
          <p:spPr>
            <a:xfrm flipH="1" flipV="1">
              <a:off x="14224" y="7209"/>
              <a:ext cx="3" cy="907"/>
            </a:xfrm>
            <a:prstGeom prst="straightConnector1">
              <a:avLst/>
            </a:prstGeom>
            <a:ln w="15875" cap="flat" cmpd="sng" algn="ctr">
              <a:solidFill>
                <a:schemeClr val="tx1"/>
              </a:solidFill>
              <a:prstDash val="dash"/>
              <a:miter lim="800000"/>
              <a:tailEnd type="arrow" w="med" len="med"/>
            </a:ln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85" name="直接箭头连接符 184"/>
            <p:cNvCxnSpPr/>
            <p:nvPr/>
          </p:nvCxnSpPr>
          <p:spPr>
            <a:xfrm flipV="1">
              <a:off x="15185" y="7209"/>
              <a:ext cx="2" cy="907"/>
            </a:xfrm>
            <a:prstGeom prst="straightConnector1">
              <a:avLst/>
            </a:prstGeom>
            <a:ln w="15875" cap="flat" cmpd="sng" algn="ctr">
              <a:solidFill>
                <a:schemeClr val="tx1"/>
              </a:solidFill>
              <a:prstDash val="dash"/>
              <a:miter lim="800000"/>
              <a:tailEnd type="arrow" w="med" len="med"/>
            </a:ln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11" name="组合 10"/>
            <p:cNvGrpSpPr/>
            <p:nvPr/>
          </p:nvGrpSpPr>
          <p:grpSpPr>
            <a:xfrm rot="0">
              <a:off x="12747" y="3875"/>
              <a:ext cx="4722" cy="1483"/>
              <a:chOff x="12640" y="4186"/>
              <a:chExt cx="4722" cy="1268"/>
            </a:xfrm>
          </p:grpSpPr>
          <p:cxnSp>
            <p:nvCxnSpPr>
              <p:cNvPr id="28" name="直接连接符 27"/>
              <p:cNvCxnSpPr/>
              <p:nvPr/>
            </p:nvCxnSpPr>
            <p:spPr>
              <a:xfrm flipV="1">
                <a:off x="12640" y="4832"/>
                <a:ext cx="4705" cy="7"/>
              </a:xfrm>
              <a:prstGeom prst="line">
                <a:avLst/>
              </a:prstGeom>
              <a:ln w="19050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21" name="直接连接符 120"/>
              <p:cNvCxnSpPr/>
              <p:nvPr/>
            </p:nvCxnSpPr>
            <p:spPr>
              <a:xfrm>
                <a:off x="12657" y="5443"/>
                <a:ext cx="4705" cy="11"/>
              </a:xfrm>
              <a:prstGeom prst="line">
                <a:avLst/>
              </a:prstGeom>
              <a:ln w="19050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22" name="直接连接符 121"/>
              <p:cNvCxnSpPr/>
              <p:nvPr/>
            </p:nvCxnSpPr>
            <p:spPr>
              <a:xfrm>
                <a:off x="12657" y="4736"/>
                <a:ext cx="4705" cy="26"/>
              </a:xfrm>
              <a:prstGeom prst="line">
                <a:avLst/>
              </a:prstGeom>
              <a:ln w="19050" cmpd="sng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24" name="矩形 123"/>
              <p:cNvSpPr/>
              <p:nvPr>
                <p:custDataLst>
                  <p:tags r:id="rId13"/>
                </p:custDataLst>
              </p:nvPr>
            </p:nvSpPr>
            <p:spPr>
              <a:xfrm>
                <a:off x="13655" y="4339"/>
                <a:ext cx="578" cy="285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altLang="zh-CN"/>
              </a:p>
            </p:txBody>
          </p:sp>
          <p:sp>
            <p:nvSpPr>
              <p:cNvPr id="120" name="矩形 119"/>
              <p:cNvSpPr/>
              <p:nvPr>
                <p:custDataLst>
                  <p:tags r:id="rId14"/>
                </p:custDataLst>
              </p:nvPr>
            </p:nvSpPr>
            <p:spPr>
              <a:xfrm>
                <a:off x="13094" y="5025"/>
                <a:ext cx="1052" cy="285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altLang="zh-CN"/>
              </a:p>
            </p:txBody>
          </p:sp>
          <p:sp>
            <p:nvSpPr>
              <p:cNvPr id="137" name="矩形 136"/>
              <p:cNvSpPr/>
              <p:nvPr>
                <p:custDataLst>
                  <p:tags r:id="rId15"/>
                </p:custDataLst>
              </p:nvPr>
            </p:nvSpPr>
            <p:spPr>
              <a:xfrm>
                <a:off x="15323" y="5017"/>
                <a:ext cx="603" cy="285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altLang="zh-CN"/>
              </a:p>
            </p:txBody>
          </p:sp>
          <p:sp>
            <p:nvSpPr>
              <p:cNvPr id="153" name="矩形 152"/>
              <p:cNvSpPr/>
              <p:nvPr>
                <p:custDataLst>
                  <p:tags r:id="rId16"/>
                </p:custDataLst>
              </p:nvPr>
            </p:nvSpPr>
            <p:spPr>
              <a:xfrm>
                <a:off x="15323" y="4348"/>
                <a:ext cx="1522" cy="285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altLang="zh-CN"/>
              </a:p>
            </p:txBody>
          </p:sp>
          <p:sp>
            <p:nvSpPr>
              <p:cNvPr id="189" name="矩形 188"/>
              <p:cNvSpPr/>
              <p:nvPr/>
            </p:nvSpPr>
            <p:spPr>
              <a:xfrm>
                <a:off x="12858" y="4345"/>
                <a:ext cx="797" cy="28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sysDash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3">
                        <a:lumMod val="40000"/>
                        <a:lumOff val="60000"/>
                      </a:schemeClr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02" name="矩形 201"/>
              <p:cNvSpPr/>
              <p:nvPr/>
            </p:nvSpPr>
            <p:spPr>
              <a:xfrm>
                <a:off x="14829" y="4346"/>
                <a:ext cx="494" cy="28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sysDash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3">
                        <a:lumMod val="40000"/>
                        <a:lumOff val="60000"/>
                      </a:schemeClr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03" name="矩形 202"/>
              <p:cNvSpPr/>
              <p:nvPr/>
            </p:nvSpPr>
            <p:spPr>
              <a:xfrm>
                <a:off x="14146" y="5024"/>
                <a:ext cx="646" cy="28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sysDash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3">
                        <a:lumMod val="40000"/>
                        <a:lumOff val="60000"/>
                      </a:schemeClr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04" name="矩形 203"/>
              <p:cNvSpPr/>
              <p:nvPr/>
            </p:nvSpPr>
            <p:spPr>
              <a:xfrm>
                <a:off x="15926" y="5017"/>
                <a:ext cx="1317" cy="28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sysDash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3">
                        <a:lumMod val="40000"/>
                        <a:lumOff val="60000"/>
                      </a:schemeClr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224" name="直接连接符 223"/>
              <p:cNvCxnSpPr/>
              <p:nvPr/>
            </p:nvCxnSpPr>
            <p:spPr>
              <a:xfrm>
                <a:off x="12657" y="4186"/>
                <a:ext cx="4706" cy="26"/>
              </a:xfrm>
              <a:prstGeom prst="line">
                <a:avLst/>
              </a:prstGeom>
              <a:ln w="19050" cmpd="sng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cxnSp>
          <p:nvCxnSpPr>
            <p:cNvPr id="13" name="直接连接符 12"/>
            <p:cNvCxnSpPr/>
            <p:nvPr/>
          </p:nvCxnSpPr>
          <p:spPr>
            <a:xfrm flipV="1">
              <a:off x="966" y="4659"/>
              <a:ext cx="3724" cy="7"/>
            </a:xfrm>
            <a:prstGeom prst="line">
              <a:avLst/>
            </a:prstGeom>
            <a:ln w="19050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>
              <a:off x="979" y="5270"/>
              <a:ext cx="3724" cy="11"/>
            </a:xfrm>
            <a:prstGeom prst="line">
              <a:avLst/>
            </a:prstGeom>
            <a:ln w="19050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>
              <a:off x="979" y="4563"/>
              <a:ext cx="3724" cy="26"/>
            </a:xfrm>
            <a:prstGeom prst="line">
              <a:avLst/>
            </a:prstGeom>
            <a:ln w="19050" cmpd="sng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6" name="矩形 15"/>
            <p:cNvSpPr/>
            <p:nvPr>
              <p:custDataLst>
                <p:tags r:id="rId17"/>
              </p:custDataLst>
            </p:nvPr>
          </p:nvSpPr>
          <p:spPr>
            <a:xfrm>
              <a:off x="2869" y="4837"/>
              <a:ext cx="486" cy="307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/>
            </a:p>
          </p:txBody>
        </p:sp>
        <p:sp>
          <p:nvSpPr>
            <p:cNvPr id="17" name="矩形 16"/>
            <p:cNvSpPr/>
            <p:nvPr>
              <p:custDataLst>
                <p:tags r:id="rId18"/>
              </p:custDataLst>
            </p:nvPr>
          </p:nvSpPr>
          <p:spPr>
            <a:xfrm>
              <a:off x="1434" y="4859"/>
              <a:ext cx="981" cy="285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/>
            </a:p>
          </p:txBody>
        </p:sp>
        <p:sp>
          <p:nvSpPr>
            <p:cNvPr id="18" name="矩形 17"/>
            <p:cNvSpPr/>
            <p:nvPr>
              <p:custDataLst>
                <p:tags r:id="rId19"/>
              </p:custDataLst>
            </p:nvPr>
          </p:nvSpPr>
          <p:spPr>
            <a:xfrm>
              <a:off x="2542" y="4166"/>
              <a:ext cx="506" cy="287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/>
            </a:p>
          </p:txBody>
        </p:sp>
        <p:sp>
          <p:nvSpPr>
            <p:cNvPr id="19" name="矩形 18"/>
            <p:cNvSpPr/>
            <p:nvPr>
              <p:custDataLst>
                <p:tags r:id="rId20"/>
              </p:custDataLst>
            </p:nvPr>
          </p:nvSpPr>
          <p:spPr>
            <a:xfrm>
              <a:off x="3566" y="4176"/>
              <a:ext cx="714" cy="285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/>
            </a:p>
          </p:txBody>
        </p:sp>
        <p:cxnSp>
          <p:nvCxnSpPr>
            <p:cNvPr id="62" name="直接连接符 61"/>
            <p:cNvCxnSpPr/>
            <p:nvPr/>
          </p:nvCxnSpPr>
          <p:spPr>
            <a:xfrm>
              <a:off x="979" y="4013"/>
              <a:ext cx="3725" cy="26"/>
            </a:xfrm>
            <a:prstGeom prst="line">
              <a:avLst/>
            </a:prstGeom>
            <a:ln w="19050" cmpd="sng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74" name="矩形 73"/>
            <p:cNvSpPr/>
            <p:nvPr>
              <p:custDataLst>
                <p:tags r:id="rId21"/>
              </p:custDataLst>
            </p:nvPr>
          </p:nvSpPr>
          <p:spPr>
            <a:xfrm>
              <a:off x="1136" y="4168"/>
              <a:ext cx="981" cy="285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/>
            </a:p>
          </p:txBody>
        </p:sp>
        <p:sp>
          <p:nvSpPr>
            <p:cNvPr id="77" name="矩形 76"/>
            <p:cNvSpPr/>
            <p:nvPr/>
          </p:nvSpPr>
          <p:spPr>
            <a:xfrm>
              <a:off x="2117" y="4172"/>
              <a:ext cx="318" cy="289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0" name="矩形 79"/>
            <p:cNvSpPr/>
            <p:nvPr/>
          </p:nvSpPr>
          <p:spPr>
            <a:xfrm>
              <a:off x="3048" y="4172"/>
              <a:ext cx="318" cy="289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1" name="矩形 80"/>
            <p:cNvSpPr/>
            <p:nvPr/>
          </p:nvSpPr>
          <p:spPr>
            <a:xfrm>
              <a:off x="4280" y="4176"/>
              <a:ext cx="318" cy="289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2" name="矩形 81"/>
            <p:cNvSpPr/>
            <p:nvPr/>
          </p:nvSpPr>
          <p:spPr>
            <a:xfrm>
              <a:off x="1136" y="4855"/>
              <a:ext cx="318" cy="289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3" name="矩形 82"/>
            <p:cNvSpPr/>
            <p:nvPr/>
          </p:nvSpPr>
          <p:spPr>
            <a:xfrm>
              <a:off x="2551" y="4845"/>
              <a:ext cx="318" cy="299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4" name="矩形 83"/>
            <p:cNvSpPr/>
            <p:nvPr>
              <p:custDataLst>
                <p:tags r:id="rId22"/>
              </p:custDataLst>
            </p:nvPr>
          </p:nvSpPr>
          <p:spPr>
            <a:xfrm>
              <a:off x="3894" y="4846"/>
              <a:ext cx="714" cy="296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/>
            </a:p>
          </p:txBody>
        </p:sp>
        <p:sp>
          <p:nvSpPr>
            <p:cNvPr id="85" name="矩形 84"/>
            <p:cNvSpPr/>
            <p:nvPr/>
          </p:nvSpPr>
          <p:spPr>
            <a:xfrm>
              <a:off x="3576" y="4844"/>
              <a:ext cx="318" cy="297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pSp>
          <p:nvGrpSpPr>
            <p:cNvPr id="91" name="组合 90"/>
            <p:cNvGrpSpPr/>
            <p:nvPr/>
          </p:nvGrpSpPr>
          <p:grpSpPr>
            <a:xfrm>
              <a:off x="1508" y="6729"/>
              <a:ext cx="954" cy="328"/>
              <a:chOff x="1191" y="7385"/>
              <a:chExt cx="954" cy="328"/>
            </a:xfrm>
          </p:grpSpPr>
          <p:sp>
            <p:nvSpPr>
              <p:cNvPr id="112" name="矩形 111"/>
              <p:cNvSpPr/>
              <p:nvPr/>
            </p:nvSpPr>
            <p:spPr>
              <a:xfrm>
                <a:off x="1509" y="7385"/>
                <a:ext cx="318" cy="329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6" name="矩形 85"/>
              <p:cNvSpPr/>
              <p:nvPr/>
            </p:nvSpPr>
            <p:spPr>
              <a:xfrm>
                <a:off x="1191" y="7385"/>
                <a:ext cx="318" cy="329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7" name="矩形 86"/>
              <p:cNvSpPr/>
              <p:nvPr/>
            </p:nvSpPr>
            <p:spPr>
              <a:xfrm>
                <a:off x="1827" y="7385"/>
                <a:ext cx="318" cy="329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grpSp>
          <p:nvGrpSpPr>
            <p:cNvPr id="90" name="组合 89"/>
            <p:cNvGrpSpPr/>
            <p:nvPr/>
          </p:nvGrpSpPr>
          <p:grpSpPr>
            <a:xfrm>
              <a:off x="1508" y="5529"/>
              <a:ext cx="1360" cy="848"/>
              <a:chOff x="1379" y="5515"/>
              <a:chExt cx="1360" cy="963"/>
            </a:xfrm>
          </p:grpSpPr>
          <p:sp>
            <p:nvSpPr>
              <p:cNvPr id="29" name="矩形 28"/>
              <p:cNvSpPr/>
              <p:nvPr/>
            </p:nvSpPr>
            <p:spPr>
              <a:xfrm>
                <a:off x="1379" y="5515"/>
                <a:ext cx="907" cy="330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altLang="zh-CN"/>
              </a:p>
            </p:txBody>
          </p:sp>
          <p:sp>
            <p:nvSpPr>
              <p:cNvPr id="88" name="矩形 87"/>
              <p:cNvSpPr/>
              <p:nvPr/>
            </p:nvSpPr>
            <p:spPr>
              <a:xfrm>
                <a:off x="1379" y="5845"/>
                <a:ext cx="1163" cy="330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altLang="zh-CN"/>
              </a:p>
            </p:txBody>
          </p:sp>
          <p:sp>
            <p:nvSpPr>
              <p:cNvPr id="89" name="矩形 88"/>
              <p:cNvSpPr/>
              <p:nvPr/>
            </p:nvSpPr>
            <p:spPr>
              <a:xfrm>
                <a:off x="1379" y="6148"/>
                <a:ext cx="1361" cy="330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altLang="zh-CN"/>
              </a:p>
            </p:txBody>
          </p:sp>
        </p:grpSp>
        <p:cxnSp>
          <p:nvCxnSpPr>
            <p:cNvPr id="125" name="直接箭头连接符 124"/>
            <p:cNvCxnSpPr/>
            <p:nvPr/>
          </p:nvCxnSpPr>
          <p:spPr>
            <a:xfrm flipV="1">
              <a:off x="2929" y="5864"/>
              <a:ext cx="2035" cy="12"/>
            </a:xfrm>
            <a:prstGeom prst="straightConnector1">
              <a:avLst/>
            </a:prstGeom>
            <a:ln w="15875">
              <a:solidFill>
                <a:schemeClr val="tx1"/>
              </a:solidFill>
              <a:prstDash val="dash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28" name="矩形 127"/>
            <p:cNvSpPr/>
            <p:nvPr>
              <p:custDataLst>
                <p:tags r:id="rId23"/>
              </p:custDataLst>
            </p:nvPr>
          </p:nvSpPr>
          <p:spPr>
            <a:xfrm>
              <a:off x="1356" y="9382"/>
              <a:ext cx="3132" cy="688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6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Predictor</a:t>
              </a:r>
              <a:endParaRPr lang="en-US" altLang="zh-CN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cxnSp>
          <p:nvCxnSpPr>
            <p:cNvPr id="129" name="直接箭头连接符 128"/>
            <p:cNvCxnSpPr/>
            <p:nvPr/>
          </p:nvCxnSpPr>
          <p:spPr>
            <a:xfrm>
              <a:off x="4760" y="9724"/>
              <a:ext cx="838" cy="4"/>
            </a:xfrm>
            <a:prstGeom prst="straightConnector1">
              <a:avLst/>
            </a:prstGeom>
            <a:ln w="15875">
              <a:solidFill>
                <a:schemeClr val="tx1"/>
              </a:solidFill>
              <a:prstDash val="dash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30" name="直接箭头连接符 129"/>
            <p:cNvCxnSpPr/>
            <p:nvPr/>
          </p:nvCxnSpPr>
          <p:spPr>
            <a:xfrm>
              <a:off x="1985" y="7502"/>
              <a:ext cx="25" cy="1711"/>
            </a:xfrm>
            <a:prstGeom prst="straightConnector1">
              <a:avLst/>
            </a:prstGeom>
            <a:ln w="15875">
              <a:solidFill>
                <a:schemeClr val="tx1"/>
              </a:solidFill>
              <a:prstDash val="dash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34" name="直接箭头连接符 133"/>
            <p:cNvCxnSpPr/>
            <p:nvPr/>
          </p:nvCxnSpPr>
          <p:spPr>
            <a:xfrm>
              <a:off x="4371" y="7503"/>
              <a:ext cx="7" cy="1838"/>
            </a:xfrm>
            <a:prstGeom prst="straightConnector1">
              <a:avLst/>
            </a:prstGeom>
            <a:ln w="15875" cap="flat" cmpd="sng" algn="ctr">
              <a:solidFill>
                <a:schemeClr val="tx1"/>
              </a:solidFill>
              <a:prstDash val="dash"/>
              <a:miter lim="800000"/>
              <a:tailEnd type="arrow" w="med" len="med"/>
            </a:ln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31" name="矩形 130"/>
            <p:cNvSpPr/>
            <p:nvPr>
              <p:custDataLst>
                <p:tags r:id="rId24"/>
              </p:custDataLst>
            </p:nvPr>
          </p:nvSpPr>
          <p:spPr>
            <a:xfrm>
              <a:off x="4115" y="8237"/>
              <a:ext cx="3329" cy="77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4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KV Buffer</a:t>
              </a:r>
              <a:endParaRPr lang="en-US" altLang="zh-CN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41" name="矩形 140"/>
            <p:cNvSpPr/>
            <p:nvPr>
              <p:custDataLst>
                <p:tags r:id="rId25"/>
              </p:custDataLst>
            </p:nvPr>
          </p:nvSpPr>
          <p:spPr>
            <a:xfrm>
              <a:off x="7099" y="3979"/>
              <a:ext cx="507" cy="232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0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L</a:t>
              </a:r>
              <a:r>
                <a:rPr lang="en-US" altLang="zh-CN" sz="1000" baseline="-250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n</a:t>
              </a:r>
              <a:endParaRPr lang="en-US" altLang="zh-CN" sz="1000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65" name="矩形 164"/>
            <p:cNvSpPr/>
            <p:nvPr>
              <p:custDataLst>
                <p:tags r:id="rId26"/>
              </p:custDataLst>
            </p:nvPr>
          </p:nvSpPr>
          <p:spPr>
            <a:xfrm>
              <a:off x="15323" y="5699"/>
              <a:ext cx="507" cy="232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0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L</a:t>
              </a:r>
              <a:r>
                <a:rPr lang="en-US" altLang="zh-CN" sz="1000" baseline="-250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n</a:t>
              </a:r>
              <a:endParaRPr lang="en-US" altLang="zh-CN" sz="1000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cxnSp>
          <p:nvCxnSpPr>
            <p:cNvPr id="174" name="直接箭头连接符 173"/>
            <p:cNvCxnSpPr/>
            <p:nvPr/>
          </p:nvCxnSpPr>
          <p:spPr>
            <a:xfrm>
              <a:off x="6750" y="5643"/>
              <a:ext cx="19" cy="2419"/>
            </a:xfrm>
            <a:prstGeom prst="straightConnector1">
              <a:avLst/>
            </a:prstGeom>
            <a:ln w="15875" cap="flat" cmpd="sng" algn="ctr">
              <a:solidFill>
                <a:schemeClr val="tx1"/>
              </a:solidFill>
              <a:prstDash val="dash"/>
              <a:miter lim="800000"/>
              <a:tailEnd type="arrow" w="med" len="med"/>
            </a:ln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62" name="矩形 161"/>
            <p:cNvSpPr/>
            <p:nvPr/>
          </p:nvSpPr>
          <p:spPr>
            <a:xfrm>
              <a:off x="4078" y="7208"/>
              <a:ext cx="3330" cy="53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 cmpd="sng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2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Activation Buffer</a:t>
              </a:r>
              <a:endParaRPr lang="en-US" altLang="zh-CN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98" name="右箭头 197"/>
            <p:cNvSpPr/>
            <p:nvPr/>
          </p:nvSpPr>
          <p:spPr>
            <a:xfrm>
              <a:off x="9443" y="5281"/>
              <a:ext cx="1083" cy="705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9" name="文本框 198"/>
            <p:cNvSpPr txBox="1"/>
            <p:nvPr/>
          </p:nvSpPr>
          <p:spPr>
            <a:xfrm>
              <a:off x="8534" y="4750"/>
              <a:ext cx="3302" cy="5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Request Transfer</a:t>
              </a:r>
              <a:endParaRPr lang="en-US" altLang="zh-CN" sz="1600"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grpSp>
          <p:nvGrpSpPr>
            <p:cNvPr id="232" name="组合 231"/>
            <p:cNvGrpSpPr/>
            <p:nvPr/>
          </p:nvGrpSpPr>
          <p:grpSpPr>
            <a:xfrm>
              <a:off x="5808" y="9246"/>
              <a:ext cx="2054" cy="865"/>
              <a:chOff x="5808" y="9246"/>
              <a:chExt cx="2054" cy="865"/>
            </a:xfrm>
          </p:grpSpPr>
          <p:grpSp>
            <p:nvGrpSpPr>
              <p:cNvPr id="211" name="组合 210"/>
              <p:cNvGrpSpPr/>
              <p:nvPr/>
            </p:nvGrpSpPr>
            <p:grpSpPr>
              <a:xfrm>
                <a:off x="5808" y="9246"/>
                <a:ext cx="1854" cy="848"/>
                <a:chOff x="5808" y="9246"/>
                <a:chExt cx="1854" cy="848"/>
              </a:xfrm>
            </p:grpSpPr>
            <p:grpSp>
              <p:nvGrpSpPr>
                <p:cNvPr id="210" name="组合 209"/>
                <p:cNvGrpSpPr/>
                <p:nvPr/>
              </p:nvGrpSpPr>
              <p:grpSpPr>
                <a:xfrm>
                  <a:off x="5808" y="9246"/>
                  <a:ext cx="1599" cy="848"/>
                  <a:chOff x="5808" y="9246"/>
                  <a:chExt cx="1599" cy="848"/>
                </a:xfrm>
              </p:grpSpPr>
              <p:grpSp>
                <p:nvGrpSpPr>
                  <p:cNvPr id="166" name="组合 165"/>
                  <p:cNvGrpSpPr/>
                  <p:nvPr/>
                </p:nvGrpSpPr>
                <p:grpSpPr>
                  <a:xfrm>
                    <a:off x="5808" y="9246"/>
                    <a:ext cx="1360" cy="848"/>
                    <a:chOff x="1379" y="5515"/>
                    <a:chExt cx="1360" cy="963"/>
                  </a:xfrm>
                </p:grpSpPr>
                <p:sp>
                  <p:nvSpPr>
                    <p:cNvPr id="170" name="矩形 169"/>
                    <p:cNvSpPr/>
                    <p:nvPr/>
                  </p:nvSpPr>
                  <p:spPr>
                    <a:xfrm>
                      <a:off x="1379" y="5515"/>
                      <a:ext cx="907" cy="330"/>
                    </a:xfrm>
                    <a:prstGeom prst="rect">
                      <a:avLst/>
                    </a:prstGeom>
                    <a:solidFill>
                      <a:schemeClr val="accent3">
                        <a:lumMod val="40000"/>
                        <a:lumOff val="6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en-US" altLang="zh-CN"/>
                    </a:p>
                  </p:txBody>
                </p:sp>
                <p:sp>
                  <p:nvSpPr>
                    <p:cNvPr id="171" name="矩形 170"/>
                    <p:cNvSpPr/>
                    <p:nvPr/>
                  </p:nvSpPr>
                  <p:spPr>
                    <a:xfrm>
                      <a:off x="1379" y="5845"/>
                      <a:ext cx="1163" cy="330"/>
                    </a:xfrm>
                    <a:prstGeom prst="rect">
                      <a:avLst/>
                    </a:prstGeom>
                    <a:solidFill>
                      <a:schemeClr val="accent3">
                        <a:lumMod val="40000"/>
                        <a:lumOff val="6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en-US" altLang="zh-CN"/>
                    </a:p>
                  </p:txBody>
                </p:sp>
                <p:sp>
                  <p:nvSpPr>
                    <p:cNvPr id="172" name="矩形 171"/>
                    <p:cNvSpPr/>
                    <p:nvPr/>
                  </p:nvSpPr>
                  <p:spPr>
                    <a:xfrm>
                      <a:off x="1379" y="6148"/>
                      <a:ext cx="1361" cy="330"/>
                    </a:xfrm>
                    <a:prstGeom prst="rect">
                      <a:avLst/>
                    </a:prstGeom>
                    <a:solidFill>
                      <a:schemeClr val="accent3">
                        <a:lumMod val="40000"/>
                        <a:lumOff val="6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en-US" altLang="zh-CN"/>
                    </a:p>
                  </p:txBody>
                </p:sp>
              </p:grpSp>
              <p:sp>
                <p:nvSpPr>
                  <p:cNvPr id="200" name="矩形 199"/>
                  <p:cNvSpPr/>
                  <p:nvPr/>
                </p:nvSpPr>
                <p:spPr>
                  <a:xfrm>
                    <a:off x="6715" y="9253"/>
                    <a:ext cx="693" cy="284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  <a:prstDash val="sysDash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201" name="矩形 200"/>
                <p:cNvSpPr/>
                <p:nvPr/>
              </p:nvSpPr>
              <p:spPr>
                <a:xfrm>
                  <a:off x="6969" y="9537"/>
                  <a:ext cx="693" cy="28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  <a:prstDash val="sysDash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208" name="矩形 207"/>
              <p:cNvSpPr/>
              <p:nvPr/>
            </p:nvSpPr>
            <p:spPr>
              <a:xfrm>
                <a:off x="7169" y="9827"/>
                <a:ext cx="693" cy="28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sysDash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3">
                        <a:lumMod val="40000"/>
                        <a:lumOff val="60000"/>
                      </a:schemeClr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sp>
          <p:nvSpPr>
            <p:cNvPr id="209" name="矩形 208"/>
            <p:cNvSpPr/>
            <p:nvPr/>
          </p:nvSpPr>
          <p:spPr>
            <a:xfrm>
              <a:off x="17939" y="6965"/>
              <a:ext cx="680" cy="291"/>
            </a:xfrm>
            <a:prstGeom prst="rect">
              <a:avLst/>
            </a:prstGeom>
            <a:pattFill prst="wdUpDiag">
              <a:fgClr>
                <a:schemeClr val="accent1">
                  <a:lumMod val="20000"/>
                  <a:lumOff val="80000"/>
                </a:schemeClr>
              </a:fgClr>
              <a:bgClr>
                <a:schemeClr val="accent3">
                  <a:lumMod val="40000"/>
                  <a:lumOff val="60000"/>
                </a:schemeClr>
              </a:bgClr>
            </a:pattFill>
            <a:ln w="12700" cmpd="sng">
              <a:solidFill>
                <a:schemeClr val="tx1"/>
              </a:solidFill>
              <a:prstDash val="soli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3">
                      <a:lumMod val="40000"/>
                      <a:lumOff val="60000"/>
                    </a:schemeClr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pSp>
          <p:nvGrpSpPr>
            <p:cNvPr id="246" name="组合 245"/>
            <p:cNvGrpSpPr/>
            <p:nvPr/>
          </p:nvGrpSpPr>
          <p:grpSpPr>
            <a:xfrm rot="0">
              <a:off x="16578" y="6408"/>
              <a:ext cx="1360" cy="848"/>
              <a:chOff x="1379" y="5515"/>
              <a:chExt cx="1360" cy="963"/>
            </a:xfrm>
          </p:grpSpPr>
          <p:sp>
            <p:nvSpPr>
              <p:cNvPr id="247" name="矩形 246"/>
              <p:cNvSpPr/>
              <p:nvPr/>
            </p:nvSpPr>
            <p:spPr>
              <a:xfrm>
                <a:off x="1379" y="5515"/>
                <a:ext cx="907" cy="330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altLang="zh-CN"/>
              </a:p>
            </p:txBody>
          </p:sp>
          <p:sp>
            <p:nvSpPr>
              <p:cNvPr id="248" name="矩形 247"/>
              <p:cNvSpPr/>
              <p:nvPr/>
            </p:nvSpPr>
            <p:spPr>
              <a:xfrm>
                <a:off x="1379" y="5845"/>
                <a:ext cx="1163" cy="330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altLang="zh-CN"/>
              </a:p>
            </p:txBody>
          </p:sp>
          <p:sp>
            <p:nvSpPr>
              <p:cNvPr id="249" name="矩形 248"/>
              <p:cNvSpPr/>
              <p:nvPr/>
            </p:nvSpPr>
            <p:spPr>
              <a:xfrm>
                <a:off x="1379" y="6148"/>
                <a:ext cx="1361" cy="330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altLang="zh-CN"/>
              </a:p>
            </p:txBody>
          </p:sp>
        </p:grpSp>
        <p:sp>
          <p:nvSpPr>
            <p:cNvPr id="253" name="矩形 252"/>
            <p:cNvSpPr/>
            <p:nvPr/>
          </p:nvSpPr>
          <p:spPr>
            <a:xfrm>
              <a:off x="17741" y="6700"/>
              <a:ext cx="680" cy="272"/>
            </a:xfrm>
            <a:prstGeom prst="rect">
              <a:avLst/>
            </a:prstGeom>
            <a:pattFill prst="wdUpDiag">
              <a:fgClr>
                <a:schemeClr val="accent1">
                  <a:lumMod val="20000"/>
                  <a:lumOff val="80000"/>
                </a:schemeClr>
              </a:fgClr>
              <a:bgClr>
                <a:schemeClr val="accent3">
                  <a:lumMod val="40000"/>
                  <a:lumOff val="60000"/>
                </a:schemeClr>
              </a:bgClr>
            </a:pattFill>
            <a:ln w="12700" cmpd="sng">
              <a:solidFill>
                <a:schemeClr val="tx1"/>
              </a:solidFill>
              <a:prstDash val="soli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3">
                      <a:lumMod val="40000"/>
                      <a:lumOff val="60000"/>
                    </a:schemeClr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4" name="矩形 253"/>
            <p:cNvSpPr/>
            <p:nvPr/>
          </p:nvSpPr>
          <p:spPr>
            <a:xfrm>
              <a:off x="17485" y="6408"/>
              <a:ext cx="680" cy="291"/>
            </a:xfrm>
            <a:prstGeom prst="rect">
              <a:avLst/>
            </a:prstGeom>
            <a:pattFill prst="wdUpDiag">
              <a:fgClr>
                <a:schemeClr val="accent1">
                  <a:lumMod val="20000"/>
                  <a:lumOff val="80000"/>
                </a:schemeClr>
              </a:fgClr>
              <a:bgClr>
                <a:schemeClr val="accent3">
                  <a:lumMod val="40000"/>
                  <a:lumOff val="60000"/>
                </a:schemeClr>
              </a:bgClr>
            </a:pattFill>
            <a:ln w="12700" cmpd="sng">
              <a:solidFill>
                <a:schemeClr val="tx1"/>
              </a:solidFill>
              <a:prstDash val="soli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3">
                      <a:lumMod val="40000"/>
                      <a:lumOff val="60000"/>
                    </a:schemeClr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5" name="矩形 254"/>
            <p:cNvSpPr/>
            <p:nvPr/>
          </p:nvSpPr>
          <p:spPr>
            <a:xfrm>
              <a:off x="14340" y="4054"/>
              <a:ext cx="318" cy="335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6" name="矩形 255"/>
            <p:cNvSpPr/>
            <p:nvPr/>
          </p:nvSpPr>
          <p:spPr>
            <a:xfrm>
              <a:off x="16952" y="4064"/>
              <a:ext cx="318" cy="335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7" name="矩形 256"/>
            <p:cNvSpPr/>
            <p:nvPr/>
          </p:nvSpPr>
          <p:spPr>
            <a:xfrm>
              <a:off x="15112" y="4845"/>
              <a:ext cx="318" cy="335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8" name="矩形 257"/>
            <p:cNvSpPr/>
            <p:nvPr/>
          </p:nvSpPr>
          <p:spPr>
            <a:xfrm>
              <a:off x="12883" y="4856"/>
              <a:ext cx="318" cy="333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259" name="直接箭头连接符 258"/>
            <p:cNvCxnSpPr/>
            <p:nvPr/>
          </p:nvCxnSpPr>
          <p:spPr>
            <a:xfrm>
              <a:off x="6946" y="5642"/>
              <a:ext cx="12" cy="1326"/>
            </a:xfrm>
            <a:prstGeom prst="straightConnector1">
              <a:avLst/>
            </a:prstGeom>
            <a:ln w="15875" cap="flat" cmpd="sng" algn="ctr">
              <a:solidFill>
                <a:schemeClr val="tx1"/>
              </a:solidFill>
              <a:prstDash val="dash"/>
              <a:miter lim="800000"/>
              <a:tailEnd type="arrow" w="med" len="med"/>
            </a:ln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60" name="文本框 259"/>
            <p:cNvSpPr txBox="1"/>
            <p:nvPr>
              <p:custDataLst>
                <p:tags r:id="rId27"/>
              </p:custDataLst>
            </p:nvPr>
          </p:nvSpPr>
          <p:spPr>
            <a:xfrm>
              <a:off x="5598" y="5067"/>
              <a:ext cx="531" cy="4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 wrap="square" rtlCol="0">
              <a:noAutofit/>
            </a:bodyPr>
            <a:p>
              <a:r>
                <a:rPr lang="en-US" altLang="zh-CN" sz="1600" b="1"/>
                <a:t>...</a:t>
              </a:r>
              <a:endParaRPr lang="en-US" altLang="zh-CN" sz="1600" b="1"/>
            </a:p>
          </p:txBody>
        </p:sp>
        <p:pic>
          <p:nvPicPr>
            <p:cNvPr id="262" name="图片 261" descr="计时"/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17967" y="4288"/>
              <a:ext cx="994" cy="893"/>
            </a:xfrm>
            <a:prstGeom prst="rect">
              <a:avLst/>
            </a:prstGeom>
          </p:spPr>
        </p:pic>
        <p:cxnSp>
          <p:nvCxnSpPr>
            <p:cNvPr id="263" name="肘形连接符 262"/>
            <p:cNvCxnSpPr>
              <a:stCxn id="82" idx="1"/>
              <a:endCxn id="264" idx="1"/>
            </p:cNvCxnSpPr>
            <p:nvPr/>
          </p:nvCxnSpPr>
          <p:spPr>
            <a:xfrm rot="10800000" flipH="1" flipV="1">
              <a:off x="1136" y="5000"/>
              <a:ext cx="220" cy="1376"/>
            </a:xfrm>
            <a:prstGeom prst="bentConnector3">
              <a:avLst>
                <a:gd name="adj1" fmla="val -170455"/>
              </a:avLst>
            </a:prstGeom>
            <a:ln w="15875" cap="flat" cmpd="sng" algn="ctr">
              <a:solidFill>
                <a:schemeClr val="tx1"/>
              </a:solidFill>
              <a:prstDash val="dash"/>
              <a:miter lim="800000"/>
              <a:tailEnd type="arrow" w="med" len="med"/>
            </a:ln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64" name="矩形 263"/>
            <p:cNvSpPr/>
            <p:nvPr/>
          </p:nvSpPr>
          <p:spPr>
            <a:xfrm>
              <a:off x="1356" y="6200"/>
              <a:ext cx="1699" cy="35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265" name="肘形连接符 264"/>
            <p:cNvCxnSpPr>
              <a:stCxn id="81" idx="3"/>
              <a:endCxn id="84" idx="3"/>
            </p:cNvCxnSpPr>
            <p:nvPr/>
          </p:nvCxnSpPr>
          <p:spPr>
            <a:xfrm>
              <a:off x="4598" y="4321"/>
              <a:ext cx="10" cy="673"/>
            </a:xfrm>
            <a:prstGeom prst="bentConnector3">
              <a:avLst>
                <a:gd name="adj1" fmla="val 3850000"/>
              </a:avLst>
            </a:prstGeom>
            <a:ln w="15875" cap="flat" cmpd="sng" algn="ctr">
              <a:solidFill>
                <a:schemeClr val="tx1"/>
              </a:solidFill>
              <a:prstDash val="dash"/>
              <a:miter lim="800000"/>
              <a:tailEnd type="arrow" w="med" len="med"/>
            </a:ln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67" name="矩形 266"/>
            <p:cNvSpPr/>
            <p:nvPr/>
          </p:nvSpPr>
          <p:spPr>
            <a:xfrm>
              <a:off x="16931" y="4810"/>
              <a:ext cx="554" cy="25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69" name="矩形 268"/>
            <p:cNvSpPr/>
            <p:nvPr/>
          </p:nvSpPr>
          <p:spPr>
            <a:xfrm>
              <a:off x="16952" y="4206"/>
              <a:ext cx="554" cy="25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270" name="肘形连接符 269"/>
            <p:cNvCxnSpPr>
              <a:stCxn id="269" idx="3"/>
              <a:endCxn id="267" idx="3"/>
            </p:cNvCxnSpPr>
            <p:nvPr/>
          </p:nvCxnSpPr>
          <p:spPr>
            <a:xfrm flipH="1">
              <a:off x="17485" y="4336"/>
              <a:ext cx="21" cy="604"/>
            </a:xfrm>
            <a:prstGeom prst="bentConnector3">
              <a:avLst>
                <a:gd name="adj1" fmla="val -1785714"/>
              </a:avLst>
            </a:prstGeom>
            <a:ln w="19050" cap="flat" cmpd="sng" algn="ctr">
              <a:solidFill>
                <a:schemeClr val="accent4">
                  <a:lumMod val="75000"/>
                </a:schemeClr>
              </a:solidFill>
              <a:prstDash val="dash"/>
              <a:miter lim="800000"/>
              <a:tailEnd type="arrow" w="med" len="med"/>
            </a:ln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71" name="矩形 270"/>
            <p:cNvSpPr/>
            <p:nvPr/>
          </p:nvSpPr>
          <p:spPr>
            <a:xfrm>
              <a:off x="16801" y="4013"/>
              <a:ext cx="667" cy="25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72" name="矩形 271"/>
            <p:cNvSpPr/>
            <p:nvPr/>
          </p:nvSpPr>
          <p:spPr>
            <a:xfrm>
              <a:off x="16796" y="5061"/>
              <a:ext cx="710" cy="25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273" name="肘形连接符 272"/>
            <p:cNvCxnSpPr/>
            <p:nvPr/>
          </p:nvCxnSpPr>
          <p:spPr>
            <a:xfrm flipH="1" flipV="1">
              <a:off x="17468" y="4143"/>
              <a:ext cx="38" cy="1048"/>
            </a:xfrm>
            <a:prstGeom prst="bentConnector3">
              <a:avLst>
                <a:gd name="adj1" fmla="val -1534210"/>
              </a:avLst>
            </a:prstGeom>
            <a:ln w="19050" cap="flat" cmpd="sng" algn="ctr">
              <a:solidFill>
                <a:srgbClr val="C00000"/>
              </a:solidFill>
              <a:prstDash val="dash"/>
              <a:miter lim="800000"/>
              <a:tailEnd type="arrow" w="med" len="med"/>
            </a:ln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pic>
          <p:nvPicPr>
            <p:cNvPr id="275" name="图片 274" descr="用户 (1)"/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1233" y="115"/>
              <a:ext cx="1654" cy="1700"/>
            </a:xfrm>
            <a:prstGeom prst="rect">
              <a:avLst/>
            </a:prstGeom>
          </p:spPr>
        </p:pic>
        <p:pic>
          <p:nvPicPr>
            <p:cNvPr id="276" name="图片 275" descr="纸笔 (1)"/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>
              <a:off x="8677" y="1154"/>
              <a:ext cx="845" cy="786"/>
            </a:xfrm>
            <a:prstGeom prst="rect">
              <a:avLst/>
            </a:prstGeom>
          </p:spPr>
        </p:pic>
        <p:sp>
          <p:nvSpPr>
            <p:cNvPr id="277" name="文本框 276"/>
            <p:cNvSpPr txBox="1"/>
            <p:nvPr/>
          </p:nvSpPr>
          <p:spPr>
            <a:xfrm>
              <a:off x="9443" y="1528"/>
              <a:ext cx="1608" cy="5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600">
                  <a:latin typeface="微软雅黑" panose="020B0503020204020204" charset="-122"/>
                  <a:ea typeface="微软雅黑" panose="020B0503020204020204" charset="-122"/>
                </a:rPr>
                <a:t>Balance</a:t>
              </a:r>
              <a:endParaRPr lang="en-US" altLang="zh-CN" sz="16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78" name="右箭头 277"/>
            <p:cNvSpPr/>
            <p:nvPr/>
          </p:nvSpPr>
          <p:spPr>
            <a:xfrm>
              <a:off x="9443" y="8237"/>
              <a:ext cx="1083" cy="705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79" name="文本框 278"/>
            <p:cNvSpPr txBox="1"/>
            <p:nvPr/>
          </p:nvSpPr>
          <p:spPr>
            <a:xfrm>
              <a:off x="8381" y="7706"/>
              <a:ext cx="3302" cy="5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KV Cache Transfer</a:t>
              </a:r>
              <a:endParaRPr lang="en-US" altLang="zh-CN" sz="1600"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grpSp>
          <p:nvGrpSpPr>
            <p:cNvPr id="291" name="组合 290"/>
            <p:cNvGrpSpPr/>
            <p:nvPr/>
          </p:nvGrpSpPr>
          <p:grpSpPr>
            <a:xfrm>
              <a:off x="4078" y="1442"/>
              <a:ext cx="3022" cy="1165"/>
              <a:chOff x="4992" y="1362"/>
              <a:chExt cx="4641" cy="1284"/>
            </a:xfrm>
          </p:grpSpPr>
          <p:cxnSp>
            <p:nvCxnSpPr>
              <p:cNvPr id="292" name="直接箭头连接符 291"/>
              <p:cNvCxnSpPr/>
              <p:nvPr/>
            </p:nvCxnSpPr>
            <p:spPr>
              <a:xfrm flipH="1">
                <a:off x="4992" y="1481"/>
                <a:ext cx="218" cy="1165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93" name="直接连接符 292"/>
              <p:cNvCxnSpPr/>
              <p:nvPr/>
            </p:nvCxnSpPr>
            <p:spPr>
              <a:xfrm flipV="1">
                <a:off x="5210" y="1362"/>
                <a:ext cx="4423" cy="119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cxnSp>
          <p:nvCxnSpPr>
            <p:cNvPr id="301" name="直接箭头连接符 300"/>
            <p:cNvCxnSpPr/>
            <p:nvPr/>
          </p:nvCxnSpPr>
          <p:spPr>
            <a:xfrm flipH="1">
              <a:off x="2995" y="1062"/>
              <a:ext cx="5046" cy="2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20" name="组合 19"/>
          <p:cNvGrpSpPr/>
          <p:nvPr/>
        </p:nvGrpSpPr>
        <p:grpSpPr>
          <a:xfrm>
            <a:off x="2321560" y="6212205"/>
            <a:ext cx="8109585" cy="615315"/>
            <a:chOff x="3925" y="9566"/>
            <a:chExt cx="11781" cy="969"/>
          </a:xfrm>
        </p:grpSpPr>
        <p:cxnSp>
          <p:nvCxnSpPr>
            <p:cNvPr id="305" name="直接箭头连接符 304"/>
            <p:cNvCxnSpPr/>
            <p:nvPr/>
          </p:nvCxnSpPr>
          <p:spPr>
            <a:xfrm>
              <a:off x="3950" y="9816"/>
              <a:ext cx="556" cy="1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06" name="文本框 305"/>
            <p:cNvSpPr txBox="1"/>
            <p:nvPr/>
          </p:nvSpPr>
          <p:spPr>
            <a:xfrm>
              <a:off x="4506" y="9580"/>
              <a:ext cx="2091" cy="34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altLang="zh-CN" sz="1400">
                  <a:latin typeface="微软雅黑" panose="020B0503020204020204" charset="-122"/>
                  <a:ea typeface="微软雅黑" panose="020B0503020204020204" charset="-122"/>
                </a:rPr>
                <a:t>Inter Control</a:t>
              </a:r>
              <a:endParaRPr lang="en-US" altLang="zh-CN" sz="14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cxnSp>
          <p:nvCxnSpPr>
            <p:cNvPr id="307" name="直接箭头连接符 306"/>
            <p:cNvCxnSpPr/>
            <p:nvPr/>
          </p:nvCxnSpPr>
          <p:spPr>
            <a:xfrm>
              <a:off x="3925" y="10247"/>
              <a:ext cx="581" cy="5"/>
            </a:xfrm>
            <a:prstGeom prst="straightConnector1">
              <a:avLst/>
            </a:prstGeom>
            <a:ln w="12700" cap="flat" cmpd="sng" algn="ctr">
              <a:solidFill>
                <a:schemeClr val="tx1"/>
              </a:solidFill>
              <a:prstDash val="dash"/>
              <a:miter lim="800000"/>
              <a:tailEnd type="arrow" w="med" len="med"/>
            </a:ln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08" name="文本框 307"/>
            <p:cNvSpPr txBox="1"/>
            <p:nvPr/>
          </p:nvSpPr>
          <p:spPr>
            <a:xfrm>
              <a:off x="4513" y="10028"/>
              <a:ext cx="2062" cy="34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altLang="zh-CN" sz="1400">
                  <a:latin typeface="微软雅黑" panose="020B0503020204020204" charset="-122"/>
                  <a:ea typeface="微软雅黑" panose="020B0503020204020204" charset="-122"/>
                </a:rPr>
                <a:t>Intra Control</a:t>
              </a:r>
              <a:endParaRPr lang="en-US" altLang="zh-CN" sz="14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grpSp>
          <p:nvGrpSpPr>
            <p:cNvPr id="2" name="组合 1"/>
            <p:cNvGrpSpPr/>
            <p:nvPr/>
          </p:nvGrpSpPr>
          <p:grpSpPr>
            <a:xfrm>
              <a:off x="6734" y="9594"/>
              <a:ext cx="3211" cy="941"/>
              <a:chOff x="6384" y="9594"/>
              <a:chExt cx="3211" cy="941"/>
            </a:xfrm>
          </p:grpSpPr>
          <p:cxnSp>
            <p:nvCxnSpPr>
              <p:cNvPr id="312" name="直接连接符 311"/>
              <p:cNvCxnSpPr/>
              <p:nvPr/>
            </p:nvCxnSpPr>
            <p:spPr>
              <a:xfrm>
                <a:off x="6384" y="10133"/>
                <a:ext cx="718" cy="9"/>
              </a:xfrm>
              <a:prstGeom prst="line">
                <a:avLst/>
              </a:prstGeom>
              <a:ln w="19050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grpSp>
            <p:nvGrpSpPr>
              <p:cNvPr id="313" name="组合 312"/>
              <p:cNvGrpSpPr/>
              <p:nvPr/>
            </p:nvGrpSpPr>
            <p:grpSpPr>
              <a:xfrm rot="0">
                <a:off x="6397" y="9714"/>
                <a:ext cx="697" cy="209"/>
                <a:chOff x="15995" y="3428"/>
                <a:chExt cx="493" cy="207"/>
              </a:xfrm>
            </p:grpSpPr>
            <p:cxnSp>
              <p:nvCxnSpPr>
                <p:cNvPr id="314" name="直接连接符 313"/>
                <p:cNvCxnSpPr/>
                <p:nvPr/>
              </p:nvCxnSpPr>
              <p:spPr>
                <a:xfrm>
                  <a:off x="15995" y="3428"/>
                  <a:ext cx="493" cy="1"/>
                </a:xfrm>
                <a:prstGeom prst="line">
                  <a:avLst/>
                </a:prstGeom>
                <a:ln w="19050" cmpd="sng">
                  <a:solidFill>
                    <a:schemeClr val="tx1"/>
                  </a:solidFill>
                  <a:prstDash val="dash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15" name="直接连接符 314"/>
                <p:cNvCxnSpPr/>
                <p:nvPr/>
              </p:nvCxnSpPr>
              <p:spPr>
                <a:xfrm flipV="1">
                  <a:off x="15995" y="3633"/>
                  <a:ext cx="487" cy="2"/>
                </a:xfrm>
                <a:prstGeom prst="line">
                  <a:avLst/>
                </a:prstGeom>
                <a:ln w="19050" cmpd="sng">
                  <a:solidFill>
                    <a:schemeClr val="tx1"/>
                  </a:solidFill>
                  <a:prstDash val="dash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16" name="文本框 315"/>
              <p:cNvSpPr txBox="1"/>
              <p:nvPr/>
            </p:nvSpPr>
            <p:spPr>
              <a:xfrm>
                <a:off x="7102" y="9594"/>
                <a:ext cx="2408" cy="347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r>
                  <a:rPr lang="en-US" altLang="zh-CN" sz="1400">
                    <a:latin typeface="微软雅黑" panose="020B0503020204020204" charset="-122"/>
                    <a:ea typeface="微软雅黑" panose="020B0503020204020204" charset="-122"/>
                  </a:rPr>
                  <a:t>Waiting </a:t>
                </a:r>
                <a:endParaRPr lang="en-US" altLang="zh-CN" sz="140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317" name="文本框 316"/>
              <p:cNvSpPr txBox="1"/>
              <p:nvPr/>
            </p:nvSpPr>
            <p:spPr>
              <a:xfrm>
                <a:off x="7102" y="10052"/>
                <a:ext cx="2493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>
                    <a:latin typeface="微软雅黑" panose="020B0503020204020204" charset="-122"/>
                    <a:ea typeface="微软雅黑" panose="020B0503020204020204" charset="-122"/>
                  </a:rPr>
                  <a:t>Running </a:t>
                </a:r>
                <a:endParaRPr lang="en-US" altLang="zh-CN" sz="140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cxnSp>
            <p:nvCxnSpPr>
              <p:cNvPr id="318" name="直接连接符 317"/>
              <p:cNvCxnSpPr/>
              <p:nvPr/>
            </p:nvCxnSpPr>
            <p:spPr>
              <a:xfrm>
                <a:off x="6398" y="10333"/>
                <a:ext cx="718" cy="9"/>
              </a:xfrm>
              <a:prstGeom prst="line">
                <a:avLst/>
              </a:prstGeom>
              <a:ln w="19050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sp>
          <p:nvSpPr>
            <p:cNvPr id="321" name="文本框 320"/>
            <p:cNvSpPr txBox="1"/>
            <p:nvPr/>
          </p:nvSpPr>
          <p:spPr>
            <a:xfrm>
              <a:off x="9580" y="9594"/>
              <a:ext cx="1494" cy="34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altLang="zh-CN" sz="1400">
                  <a:latin typeface="微软雅黑" panose="020B0503020204020204" charset="-122"/>
                  <a:ea typeface="微软雅黑" panose="020B0503020204020204" charset="-122"/>
                </a:rPr>
                <a:t>Prompt</a:t>
              </a:r>
              <a:endParaRPr lang="en-US" altLang="zh-CN" sz="14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23" name="文本框 322"/>
            <p:cNvSpPr txBox="1"/>
            <p:nvPr/>
          </p:nvSpPr>
          <p:spPr>
            <a:xfrm>
              <a:off x="9541" y="10058"/>
              <a:ext cx="2179" cy="34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altLang="zh-CN" sz="1400">
                  <a:latin typeface="微软雅黑" panose="020B0503020204020204" charset="-122"/>
                  <a:ea typeface="微软雅黑" panose="020B0503020204020204" charset="-122"/>
                </a:rPr>
                <a:t>Sample Parms</a:t>
              </a:r>
              <a:endParaRPr lang="en-US" altLang="zh-CN" sz="14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20" name="矩形 319"/>
            <p:cNvSpPr/>
            <p:nvPr>
              <p:custDataLst>
                <p:tags r:id="rId31"/>
              </p:custDataLst>
            </p:nvPr>
          </p:nvSpPr>
          <p:spPr>
            <a:xfrm>
              <a:off x="9050" y="9648"/>
              <a:ext cx="394" cy="273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 sz="2400"/>
            </a:p>
          </p:txBody>
        </p:sp>
        <p:sp>
          <p:nvSpPr>
            <p:cNvPr id="322" name="矩形 321"/>
            <p:cNvSpPr/>
            <p:nvPr/>
          </p:nvSpPr>
          <p:spPr>
            <a:xfrm>
              <a:off x="9050" y="10098"/>
              <a:ext cx="394" cy="277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400"/>
            </a:p>
          </p:txBody>
        </p:sp>
        <p:sp>
          <p:nvSpPr>
            <p:cNvPr id="335" name="文本框 334"/>
            <p:cNvSpPr txBox="1"/>
            <p:nvPr/>
          </p:nvSpPr>
          <p:spPr>
            <a:xfrm>
              <a:off x="11424" y="9570"/>
              <a:ext cx="1790" cy="34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altLang="zh-CN" sz="1400">
                  <a:latin typeface="微软雅黑" panose="020B0503020204020204" charset="-122"/>
                  <a:ea typeface="微软雅黑" panose="020B0503020204020204" charset="-122"/>
                </a:rPr>
                <a:t>Prediction</a:t>
              </a:r>
              <a:endParaRPr lang="en-US" altLang="zh-CN" sz="14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27" name="矩形 326"/>
            <p:cNvSpPr/>
            <p:nvPr/>
          </p:nvSpPr>
          <p:spPr>
            <a:xfrm>
              <a:off x="11866" y="10088"/>
              <a:ext cx="482" cy="279"/>
            </a:xfrm>
            <a:prstGeom prst="rect">
              <a:avLst/>
            </a:prstGeom>
            <a:pattFill prst="wdUpDiag">
              <a:fgClr>
                <a:schemeClr val="accent1">
                  <a:lumMod val="20000"/>
                  <a:lumOff val="80000"/>
                </a:schemeClr>
              </a:fgClr>
              <a:bgClr>
                <a:schemeClr val="accent3">
                  <a:lumMod val="40000"/>
                  <a:lumOff val="60000"/>
                </a:schemeClr>
              </a:bgClr>
            </a:pattFill>
            <a:ln w="12700" cmpd="sng">
              <a:solidFill>
                <a:schemeClr val="tx1"/>
              </a:solidFill>
              <a:prstDash val="soli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3">
                      <a:lumMod val="40000"/>
                      <a:lumOff val="60000"/>
                    </a:schemeClr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400"/>
            </a:p>
          </p:txBody>
        </p:sp>
        <p:sp>
          <p:nvSpPr>
            <p:cNvPr id="328" name="文本框 327"/>
            <p:cNvSpPr txBox="1"/>
            <p:nvPr/>
          </p:nvSpPr>
          <p:spPr>
            <a:xfrm>
              <a:off x="12478" y="10048"/>
              <a:ext cx="1889" cy="34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altLang="zh-CN" sz="1400">
                  <a:latin typeface="微软雅黑" panose="020B0503020204020204" charset="-122"/>
                  <a:ea typeface="微软雅黑" panose="020B0503020204020204" charset="-122"/>
                </a:rPr>
                <a:t>Output</a:t>
              </a:r>
              <a:endParaRPr lang="en-US" altLang="zh-CN" sz="14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13152" y="9566"/>
              <a:ext cx="2554" cy="346"/>
              <a:chOff x="13022" y="9566"/>
              <a:chExt cx="2554" cy="346"/>
            </a:xfrm>
          </p:grpSpPr>
          <p:sp>
            <p:nvSpPr>
              <p:cNvPr id="330" name="矩形 329"/>
              <p:cNvSpPr/>
              <p:nvPr>
                <p:custDataLst>
                  <p:tags r:id="rId32"/>
                </p:custDataLst>
              </p:nvPr>
            </p:nvSpPr>
            <p:spPr>
              <a:xfrm>
                <a:off x="13022" y="9613"/>
                <a:ext cx="484" cy="288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altLang="zh-CN" sz="1400" baseline="-250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333" name="文本框 332"/>
              <p:cNvSpPr txBox="1"/>
              <p:nvPr/>
            </p:nvSpPr>
            <p:spPr>
              <a:xfrm>
                <a:off x="13452" y="9566"/>
                <a:ext cx="2125" cy="347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r>
                  <a:rPr lang="en-US" altLang="zh-CN" sz="1400">
                    <a:latin typeface="微软雅黑" panose="020B0503020204020204" charset="-122"/>
                    <a:ea typeface="微软雅黑" panose="020B0503020204020204" charset="-122"/>
                  </a:rPr>
                  <a:t>Model Layer</a:t>
                </a:r>
                <a:endParaRPr lang="en-US" altLang="zh-CN" sz="140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sp>
          <p:nvSpPr>
            <p:cNvPr id="334" name="矩形 333"/>
            <p:cNvSpPr/>
            <p:nvPr/>
          </p:nvSpPr>
          <p:spPr>
            <a:xfrm>
              <a:off x="11007" y="9647"/>
              <a:ext cx="395" cy="266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sys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3">
                      <a:lumMod val="40000"/>
                      <a:lumOff val="60000"/>
                    </a:schemeClr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40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07" name="组合 206"/>
          <p:cNvGrpSpPr/>
          <p:nvPr/>
        </p:nvGrpSpPr>
        <p:grpSpPr>
          <a:xfrm>
            <a:off x="2336165" y="1240790"/>
            <a:ext cx="7259955" cy="3415665"/>
            <a:chOff x="3679" y="1954"/>
            <a:chExt cx="11859" cy="5954"/>
          </a:xfrm>
        </p:grpSpPr>
        <p:sp>
          <p:nvSpPr>
            <p:cNvPr id="349" name="圆角矩形 348"/>
            <p:cNvSpPr/>
            <p:nvPr/>
          </p:nvSpPr>
          <p:spPr>
            <a:xfrm>
              <a:off x="6036" y="1954"/>
              <a:ext cx="9503" cy="5955"/>
            </a:xfrm>
            <a:prstGeom prst="roundRect">
              <a:avLst>
                <a:gd name="adj" fmla="val 6437"/>
              </a:avLst>
            </a:prstGeom>
            <a:noFill/>
            <a:ln w="12700">
              <a:solidFill>
                <a:srgbClr val="C00000"/>
              </a:solidFill>
              <a:prstDash val="sys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400"/>
            </a:p>
          </p:txBody>
        </p:sp>
        <p:sp>
          <p:nvSpPr>
            <p:cNvPr id="426" name="矩形 425"/>
            <p:cNvSpPr/>
            <p:nvPr/>
          </p:nvSpPr>
          <p:spPr>
            <a:xfrm flipV="1">
              <a:off x="6481" y="4296"/>
              <a:ext cx="155" cy="188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6350">
              <a:solidFill>
                <a:schemeClr val="accent2">
                  <a:lumMod val="75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none" rtlCol="0" anchor="ctr"/>
            <a:p>
              <a:pPr algn="ctr"/>
              <a:endParaRPr lang="en-US" altLang="zh-CN" sz="700">
                <a:solidFill>
                  <a:schemeClr val="tx1"/>
                </a:solidFill>
              </a:endParaRPr>
            </a:p>
          </p:txBody>
        </p:sp>
        <p:sp>
          <p:nvSpPr>
            <p:cNvPr id="427" name="矩形 426"/>
            <p:cNvSpPr/>
            <p:nvPr/>
          </p:nvSpPr>
          <p:spPr>
            <a:xfrm flipV="1">
              <a:off x="6481" y="3682"/>
              <a:ext cx="155" cy="188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6350">
              <a:solidFill>
                <a:schemeClr val="accent2">
                  <a:lumMod val="75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none" rtlCol="0" anchor="ctr"/>
            <a:p>
              <a:pPr algn="ctr"/>
              <a:endParaRPr lang="en-US" altLang="zh-CN" sz="700">
                <a:solidFill>
                  <a:schemeClr val="tx1"/>
                </a:solidFill>
              </a:endParaRPr>
            </a:p>
          </p:txBody>
        </p:sp>
        <p:sp>
          <p:nvSpPr>
            <p:cNvPr id="428" name="斜纹 427"/>
            <p:cNvSpPr/>
            <p:nvPr/>
          </p:nvSpPr>
          <p:spPr>
            <a:xfrm rot="13500000" flipV="1">
              <a:off x="5983" y="3481"/>
              <a:ext cx="1052" cy="1059"/>
            </a:xfrm>
            <a:prstGeom prst="diagStripe">
              <a:avLst>
                <a:gd name="adj" fmla="val 68533"/>
              </a:avLst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none" rtlCol="0" anchor="ctr"/>
            <a:p>
              <a:pPr algn="ctr"/>
              <a:endParaRPr lang="en-US" altLang="zh-CN">
                <a:solidFill>
                  <a:schemeClr val="tx1"/>
                </a:solidFill>
              </a:endParaRPr>
            </a:p>
          </p:txBody>
        </p:sp>
        <p:sp>
          <p:nvSpPr>
            <p:cNvPr id="446" name="矩形 445"/>
            <p:cNvSpPr/>
            <p:nvPr/>
          </p:nvSpPr>
          <p:spPr>
            <a:xfrm rot="5400000" flipH="1" flipV="1">
              <a:off x="6097" y="3862"/>
              <a:ext cx="1044" cy="215"/>
            </a:xfrm>
            <a:prstGeom prst="rect">
              <a:avLst/>
            </a:prstGeom>
            <a:noFill/>
            <a:ln w="6350"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>
                      <a:lumMod val="20000"/>
                      <a:lumOff val="80000"/>
                    </a:schemeClr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none" rtlCol="0" anchor="ctr"/>
            <a:p>
              <a:pPr algn="ctr"/>
              <a:r>
                <a:rPr lang="en-US" altLang="zh-CN" sz="10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attn filter</a:t>
              </a:r>
              <a:endParaRPr lang="en-US" altLang="zh-CN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grpSp>
          <p:nvGrpSpPr>
            <p:cNvPr id="133" name="组合 132"/>
            <p:cNvGrpSpPr/>
            <p:nvPr/>
          </p:nvGrpSpPr>
          <p:grpSpPr>
            <a:xfrm rot="0">
              <a:off x="6779" y="2498"/>
              <a:ext cx="3093" cy="2690"/>
              <a:chOff x="7569" y="3546"/>
              <a:chExt cx="2922" cy="2510"/>
            </a:xfrm>
          </p:grpSpPr>
          <p:sp>
            <p:nvSpPr>
              <p:cNvPr id="350" name="圆角矩形 349"/>
              <p:cNvSpPr/>
              <p:nvPr/>
            </p:nvSpPr>
            <p:spPr>
              <a:xfrm>
                <a:off x="8405" y="3555"/>
                <a:ext cx="2086" cy="2364"/>
              </a:xfrm>
              <a:prstGeom prst="roundRect">
                <a:avLst>
                  <a:gd name="adj" fmla="val 6437"/>
                </a:avLst>
              </a:prstGeom>
              <a:solidFill>
                <a:srgbClr val="FFF8E5"/>
              </a:solidFill>
              <a:ln>
                <a:solidFill>
                  <a:srgbClr val="44546A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1400"/>
              </a:p>
            </p:txBody>
          </p:sp>
          <p:sp>
            <p:nvSpPr>
              <p:cNvPr id="361" name="矩形 360"/>
              <p:cNvSpPr/>
              <p:nvPr/>
            </p:nvSpPr>
            <p:spPr>
              <a:xfrm>
                <a:off x="7619" y="3943"/>
                <a:ext cx="685" cy="259"/>
              </a:xfrm>
              <a:prstGeom prst="rect">
                <a:avLst/>
              </a:prstGeom>
              <a:solidFill>
                <a:srgbClr val="D6DCE5"/>
              </a:solidFill>
              <a:ln>
                <a:solidFill>
                  <a:srgbClr val="44546A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wrap="none" rtlCol="0" anchor="ctr"/>
              <a:p>
                <a:pPr algn="ctr"/>
                <a:r>
                  <a:rPr lang="en-US" altLang="zh-CN" sz="10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[CLS]</a:t>
                </a:r>
                <a:endParaRPr lang="en-US" altLang="zh-CN" sz="10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362" name="圆角矩形 361"/>
              <p:cNvSpPr/>
              <p:nvPr/>
            </p:nvSpPr>
            <p:spPr>
              <a:xfrm>
                <a:off x="9562" y="3889"/>
                <a:ext cx="756" cy="361"/>
              </a:xfrm>
              <a:prstGeom prst="roundRect">
                <a:avLst>
                  <a:gd name="adj" fmla="val 16784"/>
                </a:avLst>
              </a:prstGeom>
              <a:solidFill>
                <a:srgbClr val="FBE5D6"/>
              </a:solidFill>
              <a:ln w="12700">
                <a:solidFill>
                  <a:schemeClr val="accent2">
                    <a:lumMod val="75000"/>
                  </a:schemeClr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wrap="none" rtlCol="0" anchor="ctr"/>
              <a:p>
                <a:pPr algn="ctr"/>
                <a:r>
                  <a:rPr lang="en-US" altLang="zh-CN" sz="10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CLS </a:t>
                </a:r>
                <a:endParaRPr lang="en-US" altLang="zh-CN" sz="10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363" name="圆角矩形 362"/>
              <p:cNvSpPr/>
              <p:nvPr/>
            </p:nvSpPr>
            <p:spPr>
              <a:xfrm>
                <a:off x="9562" y="4349"/>
                <a:ext cx="757" cy="361"/>
              </a:xfrm>
              <a:prstGeom prst="roundRect">
                <a:avLst>
                  <a:gd name="adj" fmla="val 16784"/>
                </a:avLst>
              </a:prstGeom>
              <a:solidFill>
                <a:srgbClr val="DAE3F3"/>
              </a:solidFill>
              <a:ln w="12700">
                <a:solidFill>
                  <a:srgbClr val="44546A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BE5D6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wrap="none" rtlCol="0" anchor="ctr"/>
              <a:p>
                <a:pPr algn="ctr"/>
                <a:r>
                  <a:rPr lang="en-US" altLang="zh-CN" sz="1000">
                    <a:solidFill>
                      <a:schemeClr val="tx1"/>
                    </a:solidFill>
                  </a:rPr>
                  <a:t>T</a:t>
                </a:r>
                <a:r>
                  <a:rPr lang="en-US" altLang="zh-CN" sz="1000" baseline="-25000">
                    <a:solidFill>
                      <a:schemeClr val="tx1"/>
                    </a:solidFill>
                  </a:rPr>
                  <a:t>1</a:t>
                </a:r>
                <a:endParaRPr lang="en-US" altLang="zh-CN" sz="1000" baseline="-25000">
                  <a:solidFill>
                    <a:schemeClr val="tx1"/>
                  </a:solidFill>
                </a:endParaRPr>
              </a:p>
            </p:txBody>
          </p:sp>
          <p:sp>
            <p:nvSpPr>
              <p:cNvPr id="364" name="圆角矩形 363"/>
              <p:cNvSpPr/>
              <p:nvPr/>
            </p:nvSpPr>
            <p:spPr>
              <a:xfrm>
                <a:off x="9562" y="4812"/>
                <a:ext cx="757" cy="361"/>
              </a:xfrm>
              <a:prstGeom prst="roundRect">
                <a:avLst>
                  <a:gd name="adj" fmla="val 16784"/>
                </a:avLst>
              </a:prstGeom>
              <a:solidFill>
                <a:srgbClr val="DAE3F3"/>
              </a:solidFill>
              <a:ln w="12700">
                <a:solidFill>
                  <a:srgbClr val="44546A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BE5D6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wrap="none" rtlCol="0" anchor="ctr"/>
              <a:p>
                <a:pPr algn="ctr"/>
                <a:r>
                  <a:rPr lang="en-US" altLang="zh-CN" sz="1000">
                    <a:solidFill>
                      <a:schemeClr val="tx1"/>
                    </a:solidFill>
                    <a:sym typeface="+mn-ea"/>
                  </a:rPr>
                  <a:t>T</a:t>
                </a:r>
                <a:r>
                  <a:rPr lang="en-US" altLang="zh-CN" sz="1000" baseline="-25000">
                    <a:solidFill>
                      <a:schemeClr val="tx1"/>
                    </a:solidFill>
                    <a:sym typeface="+mn-ea"/>
                  </a:rPr>
                  <a:t>2</a:t>
                </a:r>
                <a:endParaRPr lang="en-US" altLang="zh-CN" sz="1000" baseline="-25000">
                  <a:solidFill>
                    <a:schemeClr val="tx1"/>
                  </a:solidFill>
                  <a:sym typeface="+mn-ea"/>
                </a:endParaRPr>
              </a:p>
            </p:txBody>
          </p:sp>
          <p:sp>
            <p:nvSpPr>
              <p:cNvPr id="365" name="圆角矩形 364"/>
              <p:cNvSpPr/>
              <p:nvPr/>
            </p:nvSpPr>
            <p:spPr>
              <a:xfrm>
                <a:off x="9562" y="5444"/>
                <a:ext cx="758" cy="361"/>
              </a:xfrm>
              <a:prstGeom prst="roundRect">
                <a:avLst>
                  <a:gd name="adj" fmla="val 16784"/>
                </a:avLst>
              </a:prstGeom>
              <a:solidFill>
                <a:srgbClr val="DAE3F3"/>
              </a:solidFill>
              <a:ln w="12700">
                <a:solidFill>
                  <a:srgbClr val="44546A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BE5D6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wrap="none" rtlCol="0" anchor="ctr"/>
              <a:p>
                <a:pPr algn="ctr"/>
                <a:r>
                  <a:rPr lang="en-US" altLang="zh-CN" sz="1000">
                    <a:solidFill>
                      <a:schemeClr val="tx1"/>
                    </a:solidFill>
                    <a:sym typeface="+mn-ea"/>
                  </a:rPr>
                  <a:t>T</a:t>
                </a:r>
                <a:r>
                  <a:rPr lang="en-US" altLang="zh-CN" sz="1000" baseline="-25000">
                    <a:solidFill>
                      <a:schemeClr val="tx1"/>
                    </a:solidFill>
                    <a:sym typeface="+mn-ea"/>
                  </a:rPr>
                  <a:t>N</a:t>
                </a:r>
                <a:endParaRPr lang="en-US" altLang="zh-CN" sz="1000" baseline="-25000">
                  <a:solidFill>
                    <a:schemeClr val="tx1"/>
                  </a:solidFill>
                  <a:sym typeface="+mn-ea"/>
                </a:endParaRPr>
              </a:p>
            </p:txBody>
          </p:sp>
          <p:grpSp>
            <p:nvGrpSpPr>
              <p:cNvPr id="19" name="组合 18"/>
              <p:cNvGrpSpPr/>
              <p:nvPr/>
            </p:nvGrpSpPr>
            <p:grpSpPr>
              <a:xfrm>
                <a:off x="8527" y="3942"/>
                <a:ext cx="256" cy="1810"/>
                <a:chOff x="8527" y="3942"/>
                <a:chExt cx="256" cy="1810"/>
              </a:xfrm>
            </p:grpSpPr>
            <p:sp>
              <p:nvSpPr>
                <p:cNvPr id="366" name="椭圆 365"/>
                <p:cNvSpPr/>
                <p:nvPr/>
              </p:nvSpPr>
              <p:spPr>
                <a:xfrm>
                  <a:off x="8527" y="3942"/>
                  <a:ext cx="256" cy="259"/>
                </a:xfrm>
                <a:prstGeom prst="ellipse">
                  <a:avLst/>
                </a:prstGeom>
                <a:noFill/>
                <a:ln>
                  <a:solidFill>
                    <a:schemeClr val="tx1">
                      <a:alpha val="40000"/>
                    </a:schemeClr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p>
                  <a:pPr algn="ctr"/>
                  <a:endParaRPr lang="zh-CN" altLang="en-US" sz="10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67" name="椭圆 366"/>
                <p:cNvSpPr/>
                <p:nvPr/>
              </p:nvSpPr>
              <p:spPr>
                <a:xfrm>
                  <a:off x="8527" y="4401"/>
                  <a:ext cx="256" cy="259"/>
                </a:xfrm>
                <a:prstGeom prst="ellipse">
                  <a:avLst/>
                </a:prstGeom>
                <a:noFill/>
                <a:ln>
                  <a:solidFill>
                    <a:schemeClr val="tx1">
                      <a:alpha val="40000"/>
                    </a:schemeClr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p>
                  <a:pPr algn="ctr"/>
                  <a:endParaRPr lang="zh-CN" altLang="en-US" sz="10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68" name="椭圆 367"/>
                <p:cNvSpPr/>
                <p:nvPr/>
              </p:nvSpPr>
              <p:spPr>
                <a:xfrm>
                  <a:off x="8527" y="4863"/>
                  <a:ext cx="256" cy="259"/>
                </a:xfrm>
                <a:prstGeom prst="ellipse">
                  <a:avLst/>
                </a:prstGeom>
                <a:noFill/>
                <a:ln>
                  <a:solidFill>
                    <a:schemeClr val="tx1">
                      <a:alpha val="40000"/>
                    </a:schemeClr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p>
                  <a:pPr algn="ctr"/>
                  <a:endParaRPr lang="zh-CN" altLang="en-US" sz="10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69" name="椭圆 368"/>
                <p:cNvSpPr/>
                <p:nvPr/>
              </p:nvSpPr>
              <p:spPr>
                <a:xfrm>
                  <a:off x="8527" y="5494"/>
                  <a:ext cx="256" cy="259"/>
                </a:xfrm>
                <a:prstGeom prst="ellipse">
                  <a:avLst/>
                </a:prstGeom>
                <a:noFill/>
                <a:ln>
                  <a:solidFill>
                    <a:schemeClr val="tx1">
                      <a:alpha val="40000"/>
                    </a:schemeClr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p>
                  <a:pPr algn="ctr"/>
                  <a:endParaRPr lang="zh-CN" altLang="en-US" sz="100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370" name="椭圆 369"/>
              <p:cNvSpPr/>
              <p:nvPr/>
            </p:nvSpPr>
            <p:spPr>
              <a:xfrm>
                <a:off x="9097" y="3942"/>
                <a:ext cx="256" cy="259"/>
              </a:xfrm>
              <a:prstGeom prst="ellipse">
                <a:avLst/>
              </a:prstGeom>
              <a:noFill/>
              <a:ln>
                <a:solidFill>
                  <a:schemeClr val="tx1">
                    <a:alpha val="40000"/>
                  </a:schemeClr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wrap="none" rtlCol="0" anchor="ctr"/>
              <a:p>
                <a:pPr algn="ctr"/>
                <a:endParaRPr lang="zh-CN" altLang="en-US" sz="1000">
                  <a:solidFill>
                    <a:schemeClr val="tx1"/>
                  </a:solidFill>
                </a:endParaRPr>
              </a:p>
            </p:txBody>
          </p:sp>
          <p:sp>
            <p:nvSpPr>
              <p:cNvPr id="371" name="椭圆 370"/>
              <p:cNvSpPr/>
              <p:nvPr/>
            </p:nvSpPr>
            <p:spPr>
              <a:xfrm>
                <a:off x="9097" y="4401"/>
                <a:ext cx="256" cy="259"/>
              </a:xfrm>
              <a:prstGeom prst="ellipse">
                <a:avLst/>
              </a:prstGeom>
              <a:noFill/>
              <a:ln>
                <a:solidFill>
                  <a:schemeClr val="tx1">
                    <a:alpha val="40000"/>
                  </a:schemeClr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wrap="none" rtlCol="0" anchor="ctr"/>
              <a:p>
                <a:pPr algn="ctr"/>
                <a:endParaRPr lang="zh-CN" altLang="en-US" sz="1000">
                  <a:solidFill>
                    <a:schemeClr val="tx1"/>
                  </a:solidFill>
                </a:endParaRPr>
              </a:p>
            </p:txBody>
          </p:sp>
          <p:sp>
            <p:nvSpPr>
              <p:cNvPr id="372" name="椭圆 371"/>
              <p:cNvSpPr/>
              <p:nvPr/>
            </p:nvSpPr>
            <p:spPr>
              <a:xfrm>
                <a:off x="9097" y="4863"/>
                <a:ext cx="256" cy="259"/>
              </a:xfrm>
              <a:prstGeom prst="ellipse">
                <a:avLst/>
              </a:prstGeom>
              <a:noFill/>
              <a:ln>
                <a:solidFill>
                  <a:schemeClr val="tx1">
                    <a:alpha val="40000"/>
                  </a:schemeClr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wrap="none" rtlCol="0" anchor="ctr"/>
              <a:p>
                <a:pPr algn="ctr"/>
                <a:endParaRPr lang="zh-CN" altLang="en-US" sz="1000">
                  <a:solidFill>
                    <a:schemeClr val="tx1"/>
                  </a:solidFill>
                </a:endParaRPr>
              </a:p>
            </p:txBody>
          </p:sp>
          <p:sp>
            <p:nvSpPr>
              <p:cNvPr id="373" name="椭圆 372"/>
              <p:cNvSpPr/>
              <p:nvPr/>
            </p:nvSpPr>
            <p:spPr>
              <a:xfrm>
                <a:off x="9097" y="5494"/>
                <a:ext cx="256" cy="259"/>
              </a:xfrm>
              <a:prstGeom prst="ellipse">
                <a:avLst/>
              </a:prstGeom>
              <a:noFill/>
              <a:ln>
                <a:solidFill>
                  <a:schemeClr val="tx1">
                    <a:alpha val="40000"/>
                  </a:schemeClr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wrap="none" rtlCol="0" anchor="ctr"/>
              <a:p>
                <a:pPr algn="ctr"/>
                <a:endParaRPr lang="zh-CN" altLang="en-US" sz="1000">
                  <a:solidFill>
                    <a:schemeClr val="tx1"/>
                  </a:solidFill>
                </a:endParaRPr>
              </a:p>
            </p:txBody>
          </p:sp>
          <p:sp>
            <p:nvSpPr>
              <p:cNvPr id="374" name="矩形 373"/>
              <p:cNvSpPr/>
              <p:nvPr/>
            </p:nvSpPr>
            <p:spPr>
              <a:xfrm>
                <a:off x="9710" y="5125"/>
                <a:ext cx="403" cy="219"/>
              </a:xfrm>
              <a:prstGeom prst="rect">
                <a:avLst/>
              </a:prstGeom>
              <a:noFill/>
              <a:ln w="19050">
                <a:noFill/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DAE3F3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wrap="none" rtlCol="0" anchor="ctr"/>
              <a:p>
                <a:pPr algn="ctr"/>
                <a:r>
                  <a:rPr lang="en-US" altLang="zh-CN" sz="1000">
                    <a:solidFill>
                      <a:schemeClr val="tx1"/>
                    </a:solidFill>
                  </a:rPr>
                  <a:t>...</a:t>
                </a:r>
                <a:endParaRPr lang="en-US" altLang="zh-CN" sz="1000">
                  <a:solidFill>
                    <a:schemeClr val="tx1"/>
                  </a:solidFill>
                </a:endParaRPr>
              </a:p>
            </p:txBody>
          </p:sp>
          <p:sp>
            <p:nvSpPr>
              <p:cNvPr id="377" name="矩形 376"/>
              <p:cNvSpPr/>
              <p:nvPr/>
            </p:nvSpPr>
            <p:spPr>
              <a:xfrm>
                <a:off x="7569" y="5687"/>
                <a:ext cx="788" cy="369"/>
              </a:xfrm>
              <a:prstGeom prst="rect">
                <a:avLst/>
              </a:prstGeom>
              <a:noFill/>
              <a:ln w="19050">
                <a:noFill/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DAE3F3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wrap="none" rtlCol="0" anchor="ctr"/>
              <a:p>
                <a:pPr algn="ctr"/>
                <a:r>
                  <a:rPr lang="en-US" altLang="zh-CN" sz="10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Input</a:t>
                </a:r>
                <a:endParaRPr lang="en-US" altLang="zh-CN" sz="10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378" name="矩形 377"/>
              <p:cNvSpPr/>
              <p:nvPr/>
            </p:nvSpPr>
            <p:spPr>
              <a:xfrm>
                <a:off x="8948" y="3546"/>
                <a:ext cx="788" cy="369"/>
              </a:xfrm>
              <a:prstGeom prst="rect">
                <a:avLst/>
              </a:prstGeom>
              <a:noFill/>
              <a:ln w="19050">
                <a:noFill/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DAE3F3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wrap="none" rtlCol="0" anchor="ctr"/>
              <a:p>
                <a:pPr algn="ctr"/>
                <a:r>
                  <a:rPr lang="en-US" altLang="zh-CN" sz="10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BERT-110</a:t>
                </a:r>
                <a:r>
                  <a:rPr lang="en-US" altLang="zh-CN" sz="10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M</a:t>
                </a:r>
                <a:endParaRPr lang="en-US" altLang="zh-CN" sz="1000" b="1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cxnSp>
            <p:nvCxnSpPr>
              <p:cNvPr id="380" name="直接箭头连接符 379"/>
              <p:cNvCxnSpPr>
                <a:stCxn id="361" idx="3"/>
                <a:endCxn id="366" idx="2"/>
              </p:cNvCxnSpPr>
              <p:nvPr/>
            </p:nvCxnSpPr>
            <p:spPr>
              <a:xfrm flipV="1">
                <a:off x="8305" y="4070"/>
                <a:ext cx="222" cy="1"/>
              </a:xfrm>
              <a:prstGeom prst="straightConnector1">
                <a:avLst/>
              </a:prstGeom>
              <a:ln w="6350">
                <a:solidFill>
                  <a:schemeClr val="tx1">
                    <a:alpha val="40000"/>
                  </a:schemeClr>
                </a:solidFill>
                <a:tailEnd type="triangle" w="sm" len="sm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81" name="直接箭头连接符 380"/>
              <p:cNvCxnSpPr>
                <a:endCxn id="367" idx="2"/>
              </p:cNvCxnSpPr>
              <p:nvPr/>
            </p:nvCxnSpPr>
            <p:spPr>
              <a:xfrm flipV="1">
                <a:off x="8319" y="4529"/>
                <a:ext cx="209" cy="1"/>
              </a:xfrm>
              <a:prstGeom prst="straightConnector1">
                <a:avLst/>
              </a:prstGeom>
              <a:ln w="6350">
                <a:solidFill>
                  <a:schemeClr val="tx1">
                    <a:alpha val="40000"/>
                  </a:schemeClr>
                </a:solidFill>
                <a:tailEnd type="triangle" w="sm" len="sm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82" name="直接箭头连接符 381"/>
              <p:cNvCxnSpPr>
                <a:endCxn id="368" idx="2"/>
              </p:cNvCxnSpPr>
              <p:nvPr/>
            </p:nvCxnSpPr>
            <p:spPr>
              <a:xfrm>
                <a:off x="8295" y="4992"/>
                <a:ext cx="232" cy="0"/>
              </a:xfrm>
              <a:prstGeom prst="straightConnector1">
                <a:avLst/>
              </a:prstGeom>
              <a:ln w="6350">
                <a:solidFill>
                  <a:schemeClr val="tx1">
                    <a:alpha val="40000"/>
                  </a:schemeClr>
                </a:solidFill>
                <a:tailEnd type="triangle" w="sm" len="sm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83" name="直接箭头连接符 382"/>
              <p:cNvCxnSpPr>
                <a:stCxn id="425" idx="3"/>
                <a:endCxn id="369" idx="2"/>
              </p:cNvCxnSpPr>
              <p:nvPr/>
            </p:nvCxnSpPr>
            <p:spPr>
              <a:xfrm flipV="1">
                <a:off x="8305" y="5625"/>
                <a:ext cx="222" cy="1"/>
              </a:xfrm>
              <a:prstGeom prst="straightConnector1">
                <a:avLst/>
              </a:prstGeom>
              <a:ln w="6350">
                <a:solidFill>
                  <a:schemeClr val="tx1">
                    <a:alpha val="40000"/>
                  </a:schemeClr>
                </a:solidFill>
                <a:tailEnd type="triangle" w="sm" len="sm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84" name="直接箭头连接符 383"/>
              <p:cNvCxnSpPr>
                <a:stCxn id="366" idx="6"/>
                <a:endCxn id="370" idx="2"/>
              </p:cNvCxnSpPr>
              <p:nvPr/>
            </p:nvCxnSpPr>
            <p:spPr>
              <a:xfrm>
                <a:off x="8783" y="4070"/>
                <a:ext cx="314" cy="0"/>
              </a:xfrm>
              <a:prstGeom prst="straightConnector1">
                <a:avLst/>
              </a:prstGeom>
              <a:ln w="6350">
                <a:solidFill>
                  <a:schemeClr val="tx1">
                    <a:alpha val="40000"/>
                  </a:schemeClr>
                </a:solidFill>
                <a:tailEnd type="triangle" w="sm" len="sm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85" name="直接箭头连接符 384"/>
              <p:cNvCxnSpPr>
                <a:stCxn id="366" idx="6"/>
                <a:endCxn id="371" idx="2"/>
              </p:cNvCxnSpPr>
              <p:nvPr/>
            </p:nvCxnSpPr>
            <p:spPr>
              <a:xfrm>
                <a:off x="8783" y="4070"/>
                <a:ext cx="314" cy="459"/>
              </a:xfrm>
              <a:prstGeom prst="straightConnector1">
                <a:avLst/>
              </a:prstGeom>
              <a:ln w="6350">
                <a:solidFill>
                  <a:schemeClr val="tx1">
                    <a:alpha val="40000"/>
                  </a:schemeClr>
                </a:solidFill>
                <a:tailEnd type="triangle" w="sm" len="sm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86" name="直接箭头连接符 385"/>
              <p:cNvCxnSpPr>
                <a:stCxn id="366" idx="6"/>
                <a:endCxn id="372" idx="2"/>
              </p:cNvCxnSpPr>
              <p:nvPr/>
            </p:nvCxnSpPr>
            <p:spPr>
              <a:xfrm>
                <a:off x="8783" y="4070"/>
                <a:ext cx="314" cy="922"/>
              </a:xfrm>
              <a:prstGeom prst="straightConnector1">
                <a:avLst/>
              </a:prstGeom>
              <a:ln w="6350">
                <a:solidFill>
                  <a:schemeClr val="tx1">
                    <a:alpha val="40000"/>
                  </a:schemeClr>
                </a:solidFill>
                <a:tailEnd type="triangle" w="sm" len="sm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87" name="直接箭头连接符 386"/>
              <p:cNvCxnSpPr/>
              <p:nvPr/>
            </p:nvCxnSpPr>
            <p:spPr>
              <a:xfrm>
                <a:off x="8783" y="4070"/>
                <a:ext cx="314" cy="1554"/>
              </a:xfrm>
              <a:prstGeom prst="straightConnector1">
                <a:avLst/>
              </a:prstGeom>
              <a:ln w="6350">
                <a:solidFill>
                  <a:schemeClr val="tx1">
                    <a:alpha val="40000"/>
                  </a:schemeClr>
                </a:solidFill>
                <a:tailEnd type="triangle" w="sm" len="sm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88" name="直接箭头连接符 387"/>
              <p:cNvCxnSpPr/>
              <p:nvPr/>
            </p:nvCxnSpPr>
            <p:spPr>
              <a:xfrm flipV="1">
                <a:off x="8783" y="4070"/>
                <a:ext cx="314" cy="459"/>
              </a:xfrm>
              <a:prstGeom prst="straightConnector1">
                <a:avLst/>
              </a:prstGeom>
              <a:ln w="6350">
                <a:solidFill>
                  <a:schemeClr val="tx1">
                    <a:alpha val="40000"/>
                  </a:schemeClr>
                </a:solidFill>
                <a:tailEnd type="triangle" w="sm" len="sm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89" name="直接箭头连接符 388"/>
              <p:cNvCxnSpPr/>
              <p:nvPr/>
            </p:nvCxnSpPr>
            <p:spPr>
              <a:xfrm flipV="1">
                <a:off x="8790" y="4518"/>
                <a:ext cx="312" cy="8"/>
              </a:xfrm>
              <a:prstGeom prst="straightConnector1">
                <a:avLst/>
              </a:prstGeom>
              <a:ln w="6350">
                <a:solidFill>
                  <a:schemeClr val="tx1">
                    <a:alpha val="40000"/>
                  </a:schemeClr>
                </a:solidFill>
                <a:tailEnd type="triangle" w="sm" len="sm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90" name="直接箭头连接符 389"/>
              <p:cNvCxnSpPr>
                <a:stCxn id="367" idx="6"/>
                <a:endCxn id="372" idx="2"/>
              </p:cNvCxnSpPr>
              <p:nvPr/>
            </p:nvCxnSpPr>
            <p:spPr>
              <a:xfrm>
                <a:off x="8783" y="4529"/>
                <a:ext cx="314" cy="463"/>
              </a:xfrm>
              <a:prstGeom prst="straightConnector1">
                <a:avLst/>
              </a:prstGeom>
              <a:ln w="6350">
                <a:solidFill>
                  <a:schemeClr val="tx1">
                    <a:alpha val="40000"/>
                  </a:schemeClr>
                </a:solidFill>
                <a:tailEnd type="triangle" w="sm" len="sm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91" name="直接箭头连接符 390"/>
              <p:cNvCxnSpPr>
                <a:stCxn id="367" idx="6"/>
                <a:endCxn id="373" idx="2"/>
              </p:cNvCxnSpPr>
              <p:nvPr/>
            </p:nvCxnSpPr>
            <p:spPr>
              <a:xfrm>
                <a:off x="8783" y="4529"/>
                <a:ext cx="314" cy="1094"/>
              </a:xfrm>
              <a:prstGeom prst="straightConnector1">
                <a:avLst/>
              </a:prstGeom>
              <a:ln w="6350">
                <a:solidFill>
                  <a:schemeClr val="tx1">
                    <a:alpha val="40000"/>
                  </a:schemeClr>
                </a:solidFill>
                <a:tailEnd type="triangle" w="sm" len="sm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92" name="直接箭头连接符 391"/>
              <p:cNvCxnSpPr>
                <a:stCxn id="368" idx="6"/>
                <a:endCxn id="370" idx="2"/>
              </p:cNvCxnSpPr>
              <p:nvPr/>
            </p:nvCxnSpPr>
            <p:spPr>
              <a:xfrm flipV="1">
                <a:off x="8783" y="4070"/>
                <a:ext cx="314" cy="922"/>
              </a:xfrm>
              <a:prstGeom prst="straightConnector1">
                <a:avLst/>
              </a:prstGeom>
              <a:ln w="6350">
                <a:solidFill>
                  <a:schemeClr val="tx1">
                    <a:alpha val="40000"/>
                  </a:schemeClr>
                </a:solidFill>
                <a:tailEnd type="triangle" w="sm" len="sm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93" name="直接箭头连接符 392"/>
              <p:cNvCxnSpPr>
                <a:stCxn id="368" idx="6"/>
                <a:endCxn id="371" idx="2"/>
              </p:cNvCxnSpPr>
              <p:nvPr/>
            </p:nvCxnSpPr>
            <p:spPr>
              <a:xfrm flipV="1">
                <a:off x="8783" y="4529"/>
                <a:ext cx="314" cy="463"/>
              </a:xfrm>
              <a:prstGeom prst="straightConnector1">
                <a:avLst/>
              </a:prstGeom>
              <a:ln w="6350">
                <a:solidFill>
                  <a:schemeClr val="tx1">
                    <a:alpha val="40000"/>
                  </a:schemeClr>
                </a:solidFill>
                <a:tailEnd type="triangle" w="sm" len="sm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94" name="直接箭头连接符 393"/>
              <p:cNvCxnSpPr>
                <a:stCxn id="368" idx="6"/>
              </p:cNvCxnSpPr>
              <p:nvPr/>
            </p:nvCxnSpPr>
            <p:spPr>
              <a:xfrm>
                <a:off x="8783" y="4992"/>
                <a:ext cx="309" cy="1"/>
              </a:xfrm>
              <a:prstGeom prst="straightConnector1">
                <a:avLst/>
              </a:prstGeom>
              <a:ln w="6350">
                <a:solidFill>
                  <a:schemeClr val="tx1">
                    <a:alpha val="40000"/>
                  </a:schemeClr>
                </a:solidFill>
                <a:tailEnd type="triangle" w="sm" len="sm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95" name="直接箭头连接符 394"/>
              <p:cNvCxnSpPr>
                <a:stCxn id="368" idx="6"/>
                <a:endCxn id="373" idx="2"/>
              </p:cNvCxnSpPr>
              <p:nvPr/>
            </p:nvCxnSpPr>
            <p:spPr>
              <a:xfrm>
                <a:off x="8783" y="4992"/>
                <a:ext cx="314" cy="631"/>
              </a:xfrm>
              <a:prstGeom prst="straightConnector1">
                <a:avLst/>
              </a:prstGeom>
              <a:ln w="6350">
                <a:solidFill>
                  <a:schemeClr val="tx1">
                    <a:alpha val="40000"/>
                  </a:schemeClr>
                </a:solidFill>
                <a:tailEnd type="triangle" w="sm" len="sm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96" name="直接箭头连接符 395"/>
              <p:cNvCxnSpPr>
                <a:stCxn id="369" idx="6"/>
                <a:endCxn id="370" idx="2"/>
              </p:cNvCxnSpPr>
              <p:nvPr/>
            </p:nvCxnSpPr>
            <p:spPr>
              <a:xfrm flipV="1">
                <a:off x="8783" y="4070"/>
                <a:ext cx="314" cy="1554"/>
              </a:xfrm>
              <a:prstGeom prst="straightConnector1">
                <a:avLst/>
              </a:prstGeom>
              <a:ln w="6350">
                <a:solidFill>
                  <a:schemeClr val="tx1">
                    <a:alpha val="40000"/>
                  </a:schemeClr>
                </a:solidFill>
                <a:tailEnd type="triangle" w="sm" len="sm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97" name="直接箭头连接符 396"/>
              <p:cNvCxnSpPr>
                <a:stCxn id="369" idx="6"/>
              </p:cNvCxnSpPr>
              <p:nvPr/>
            </p:nvCxnSpPr>
            <p:spPr>
              <a:xfrm flipV="1">
                <a:off x="8783" y="4511"/>
                <a:ext cx="319" cy="1113"/>
              </a:xfrm>
              <a:prstGeom prst="straightConnector1">
                <a:avLst/>
              </a:prstGeom>
              <a:ln w="6350">
                <a:solidFill>
                  <a:schemeClr val="tx1">
                    <a:alpha val="40000"/>
                  </a:schemeClr>
                </a:solidFill>
                <a:tailEnd type="triangle" w="sm" len="sm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98" name="直接箭头连接符 397"/>
              <p:cNvCxnSpPr>
                <a:stCxn id="369" idx="6"/>
              </p:cNvCxnSpPr>
              <p:nvPr/>
            </p:nvCxnSpPr>
            <p:spPr>
              <a:xfrm flipV="1">
                <a:off x="8783" y="4993"/>
                <a:ext cx="314" cy="630"/>
              </a:xfrm>
              <a:prstGeom prst="straightConnector1">
                <a:avLst/>
              </a:prstGeom>
              <a:ln w="6350">
                <a:solidFill>
                  <a:schemeClr val="tx1">
                    <a:alpha val="40000"/>
                  </a:schemeClr>
                </a:solidFill>
                <a:tailEnd type="triangle" w="sm" len="sm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99" name="直接箭头连接符 398"/>
              <p:cNvCxnSpPr>
                <a:stCxn id="369" idx="6"/>
                <a:endCxn id="373" idx="2"/>
              </p:cNvCxnSpPr>
              <p:nvPr/>
            </p:nvCxnSpPr>
            <p:spPr>
              <a:xfrm>
                <a:off x="8783" y="5625"/>
                <a:ext cx="314" cy="0"/>
              </a:xfrm>
              <a:prstGeom prst="straightConnector1">
                <a:avLst/>
              </a:prstGeom>
              <a:ln w="6350">
                <a:solidFill>
                  <a:schemeClr val="tx1">
                    <a:alpha val="40000"/>
                  </a:schemeClr>
                </a:solidFill>
                <a:tailEnd type="triangle" w="sm" len="sm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00" name="直接箭头连接符 399"/>
              <p:cNvCxnSpPr>
                <a:stCxn id="370" idx="6"/>
                <a:endCxn id="362" idx="1"/>
              </p:cNvCxnSpPr>
              <p:nvPr/>
            </p:nvCxnSpPr>
            <p:spPr>
              <a:xfrm flipV="1">
                <a:off x="9353" y="4070"/>
                <a:ext cx="209" cy="2"/>
              </a:xfrm>
              <a:prstGeom prst="straightConnector1">
                <a:avLst/>
              </a:prstGeom>
              <a:ln w="6350">
                <a:solidFill>
                  <a:schemeClr val="tx1">
                    <a:alpha val="40000"/>
                  </a:schemeClr>
                </a:solidFill>
                <a:tailEnd type="triangle" w="sm" len="sm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01" name="直接箭头连接符 400"/>
              <p:cNvCxnSpPr>
                <a:stCxn id="371" idx="6"/>
                <a:endCxn id="363" idx="1"/>
              </p:cNvCxnSpPr>
              <p:nvPr/>
            </p:nvCxnSpPr>
            <p:spPr>
              <a:xfrm flipV="1">
                <a:off x="9353" y="4530"/>
                <a:ext cx="209" cy="1"/>
              </a:xfrm>
              <a:prstGeom prst="straightConnector1">
                <a:avLst/>
              </a:prstGeom>
              <a:ln w="6350">
                <a:solidFill>
                  <a:schemeClr val="tx1">
                    <a:alpha val="40000"/>
                  </a:schemeClr>
                </a:solidFill>
                <a:tailEnd type="triangle" w="sm" len="sm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02" name="直接箭头连接符 401"/>
              <p:cNvCxnSpPr>
                <a:stCxn id="372" idx="6"/>
                <a:endCxn id="364" idx="1"/>
              </p:cNvCxnSpPr>
              <p:nvPr/>
            </p:nvCxnSpPr>
            <p:spPr>
              <a:xfrm>
                <a:off x="9353" y="4993"/>
                <a:ext cx="209" cy="0"/>
              </a:xfrm>
              <a:prstGeom prst="straightConnector1">
                <a:avLst/>
              </a:prstGeom>
              <a:ln w="6350">
                <a:solidFill>
                  <a:schemeClr val="tx1">
                    <a:alpha val="40000"/>
                  </a:schemeClr>
                </a:solidFill>
                <a:tailEnd type="triangle" w="sm" len="sm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03" name="直接箭头连接符 402"/>
              <p:cNvCxnSpPr>
                <a:stCxn id="373" idx="6"/>
                <a:endCxn id="365" idx="1"/>
              </p:cNvCxnSpPr>
              <p:nvPr/>
            </p:nvCxnSpPr>
            <p:spPr>
              <a:xfrm>
                <a:off x="9353" y="5624"/>
                <a:ext cx="209" cy="1"/>
              </a:xfrm>
              <a:prstGeom prst="straightConnector1">
                <a:avLst/>
              </a:prstGeom>
              <a:ln w="6350">
                <a:solidFill>
                  <a:schemeClr val="tx1">
                    <a:alpha val="40000"/>
                  </a:schemeClr>
                </a:solidFill>
                <a:tailEnd type="triangle" w="sm" len="sm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424" name="矩形 423"/>
              <p:cNvSpPr/>
              <p:nvPr/>
            </p:nvSpPr>
            <p:spPr>
              <a:xfrm>
                <a:off x="7619" y="4266"/>
                <a:ext cx="685" cy="1155"/>
              </a:xfrm>
              <a:prstGeom prst="rect">
                <a:avLst/>
              </a:prstGeom>
              <a:solidFill>
                <a:srgbClr val="D6DCE5"/>
              </a:solidFill>
              <a:ln>
                <a:solidFill>
                  <a:srgbClr val="44546A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wrap="none" rtlCol="0" anchor="ctr"/>
              <a:p>
                <a:pPr algn="ctr"/>
                <a:r>
                  <a:rPr lang="en-US" altLang="zh-CN" sz="10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Hidden</a:t>
                </a:r>
                <a:endParaRPr lang="en-US" altLang="zh-CN" sz="10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  <a:p>
                <a:pPr algn="ctr"/>
                <a:r>
                  <a:rPr lang="en-US" altLang="zh-CN" sz="10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States</a:t>
                </a:r>
                <a:endParaRPr lang="en-US" altLang="zh-CN" sz="10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425" name="矩形 424"/>
              <p:cNvSpPr/>
              <p:nvPr/>
            </p:nvSpPr>
            <p:spPr>
              <a:xfrm>
                <a:off x="7619" y="5496"/>
                <a:ext cx="685" cy="259"/>
              </a:xfrm>
              <a:prstGeom prst="rect">
                <a:avLst/>
              </a:prstGeom>
              <a:solidFill>
                <a:srgbClr val="D6DCE5"/>
              </a:solidFill>
              <a:ln>
                <a:solidFill>
                  <a:srgbClr val="44546A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wrap="none" rtlCol="0" anchor="ctr"/>
              <a:p>
                <a:pPr algn="ctr"/>
                <a:r>
                  <a:rPr lang="en-US" altLang="zh-CN" sz="10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[SEP]</a:t>
                </a:r>
                <a:endParaRPr lang="en-US" altLang="zh-CN" sz="10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sp>
          <p:nvSpPr>
            <p:cNvPr id="453" name="矩形 452"/>
            <p:cNvSpPr/>
            <p:nvPr/>
          </p:nvSpPr>
          <p:spPr>
            <a:xfrm>
              <a:off x="6394" y="2039"/>
              <a:ext cx="8984" cy="316"/>
            </a:xfrm>
            <a:prstGeom prst="rect">
              <a:avLst/>
            </a:prstGeom>
            <a:noFill/>
            <a:ln w="19050">
              <a:noFill/>
              <a:prstDash val="soli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DAE3F3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none" rtlCol="0" anchor="ctr"/>
            <a:p>
              <a:pPr algn="ctr"/>
              <a:r>
                <a:rPr lang="en-US" altLang="zh-CN" sz="1000" b="1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Sampling-Aware Output Distribution Predictor</a:t>
              </a:r>
              <a:endParaRPr lang="en-US" altLang="zh-CN" sz="1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4" name="圆角矩形 13"/>
            <p:cNvSpPr/>
            <p:nvPr/>
          </p:nvSpPr>
          <p:spPr>
            <a:xfrm>
              <a:off x="7616" y="5276"/>
              <a:ext cx="2257" cy="2446"/>
            </a:xfrm>
            <a:prstGeom prst="roundRect">
              <a:avLst>
                <a:gd name="adj" fmla="val 6437"/>
              </a:avLst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400"/>
            </a:p>
          </p:txBody>
        </p:sp>
        <p:cxnSp>
          <p:nvCxnSpPr>
            <p:cNvPr id="103" name="直接箭头连接符 102"/>
            <p:cNvCxnSpPr>
              <a:endCxn id="136" idx="2"/>
            </p:cNvCxnSpPr>
            <p:nvPr/>
          </p:nvCxnSpPr>
          <p:spPr>
            <a:xfrm>
              <a:off x="8032" y="5745"/>
              <a:ext cx="370" cy="0"/>
            </a:xfrm>
            <a:prstGeom prst="straightConnector1">
              <a:avLst/>
            </a:prstGeom>
            <a:ln w="6350">
              <a:solidFill>
                <a:schemeClr val="tx1">
                  <a:alpha val="40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134" name="组合 133"/>
            <p:cNvGrpSpPr/>
            <p:nvPr/>
          </p:nvGrpSpPr>
          <p:grpSpPr>
            <a:xfrm rot="0">
              <a:off x="7755" y="5615"/>
              <a:ext cx="276" cy="1890"/>
              <a:chOff x="8545" y="6663"/>
              <a:chExt cx="276" cy="1890"/>
            </a:xfrm>
          </p:grpSpPr>
          <p:sp>
            <p:nvSpPr>
              <p:cNvPr id="32" name="椭圆 31"/>
              <p:cNvSpPr/>
              <p:nvPr/>
            </p:nvSpPr>
            <p:spPr>
              <a:xfrm>
                <a:off x="8545" y="6663"/>
                <a:ext cx="277" cy="259"/>
              </a:xfrm>
              <a:prstGeom prst="ellipse">
                <a:avLst/>
              </a:prstGeom>
              <a:noFill/>
              <a:ln>
                <a:solidFill>
                  <a:schemeClr val="tx1">
                    <a:alpha val="40000"/>
                  </a:schemeClr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wrap="none" rtlCol="0" anchor="ctr"/>
              <a:p>
                <a:pPr algn="ctr"/>
                <a:endParaRPr lang="zh-CN" altLang="en-US" sz="1000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椭圆 55"/>
              <p:cNvSpPr/>
              <p:nvPr/>
            </p:nvSpPr>
            <p:spPr>
              <a:xfrm>
                <a:off x="8545" y="7182"/>
                <a:ext cx="277" cy="259"/>
              </a:xfrm>
              <a:prstGeom prst="ellipse">
                <a:avLst/>
              </a:prstGeom>
              <a:noFill/>
              <a:ln>
                <a:solidFill>
                  <a:schemeClr val="tx1">
                    <a:alpha val="40000"/>
                  </a:schemeClr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wrap="none" rtlCol="0" anchor="ctr"/>
              <a:p>
                <a:pPr algn="ctr"/>
                <a:endParaRPr lang="zh-CN" altLang="en-US" sz="1000">
                  <a:solidFill>
                    <a:schemeClr val="tx1"/>
                  </a:solidFill>
                </a:endParaRPr>
              </a:p>
            </p:txBody>
          </p:sp>
          <p:sp>
            <p:nvSpPr>
              <p:cNvPr id="94" name="椭圆 93"/>
              <p:cNvSpPr/>
              <p:nvPr/>
            </p:nvSpPr>
            <p:spPr>
              <a:xfrm>
                <a:off x="8545" y="7764"/>
                <a:ext cx="277" cy="259"/>
              </a:xfrm>
              <a:prstGeom prst="ellipse">
                <a:avLst/>
              </a:prstGeom>
              <a:noFill/>
              <a:ln>
                <a:solidFill>
                  <a:schemeClr val="tx1">
                    <a:alpha val="40000"/>
                  </a:schemeClr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wrap="none" rtlCol="0" anchor="ctr"/>
              <a:p>
                <a:pPr algn="ctr"/>
                <a:endParaRPr lang="zh-CN" altLang="en-US" sz="1000">
                  <a:solidFill>
                    <a:schemeClr val="tx1"/>
                  </a:solidFill>
                </a:endParaRPr>
              </a:p>
            </p:txBody>
          </p:sp>
          <p:sp>
            <p:nvSpPr>
              <p:cNvPr id="102" name="椭圆 101"/>
              <p:cNvSpPr/>
              <p:nvPr/>
            </p:nvSpPr>
            <p:spPr>
              <a:xfrm>
                <a:off x="8545" y="8295"/>
                <a:ext cx="277" cy="259"/>
              </a:xfrm>
              <a:prstGeom prst="ellipse">
                <a:avLst/>
              </a:prstGeom>
              <a:noFill/>
              <a:ln>
                <a:solidFill>
                  <a:schemeClr val="tx1">
                    <a:alpha val="40000"/>
                  </a:schemeClr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wrap="none" rtlCol="0" anchor="ctr"/>
              <a:p>
                <a:pPr algn="ctr"/>
                <a:endParaRPr lang="zh-CN" altLang="en-US" sz="10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06" name="圆角矩形 105"/>
            <p:cNvSpPr/>
            <p:nvPr/>
          </p:nvSpPr>
          <p:spPr>
            <a:xfrm>
              <a:off x="8890" y="5541"/>
              <a:ext cx="892" cy="407"/>
            </a:xfrm>
            <a:prstGeom prst="roundRect">
              <a:avLst>
                <a:gd name="adj" fmla="val 16784"/>
              </a:avLst>
            </a:prstGeom>
            <a:solidFill>
              <a:srgbClr val="FBE5D6"/>
            </a:solidFill>
            <a:ln w="12700">
              <a:solidFill>
                <a:schemeClr val="accent2">
                  <a:lumMod val="75000"/>
                </a:schemeClr>
              </a:solidFill>
              <a:prstDash val="soli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none" rtlCol="0" anchor="ctr"/>
            <a:p>
              <a:pPr algn="ctr"/>
              <a:r>
                <a:rPr lang="en-US" altLang="zh-CN" sz="10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embed</a:t>
              </a:r>
              <a:r>
                <a:rPr lang="en-US" altLang="zh-CN" sz="1000" baseline="-25000">
                  <a:solidFill>
                    <a:schemeClr val="tx1"/>
                  </a:solidFill>
                </a:rPr>
                <a:t>1</a:t>
              </a:r>
              <a:endParaRPr lang="en-US" altLang="zh-CN" sz="1000" baseline="-25000">
                <a:solidFill>
                  <a:schemeClr val="tx1"/>
                </a:solidFill>
              </a:endParaRPr>
            </a:p>
          </p:txBody>
        </p:sp>
        <p:sp>
          <p:nvSpPr>
            <p:cNvPr id="111" name="圆角矩形 110"/>
            <p:cNvSpPr/>
            <p:nvPr/>
          </p:nvSpPr>
          <p:spPr>
            <a:xfrm>
              <a:off x="8890" y="6074"/>
              <a:ext cx="879" cy="407"/>
            </a:xfrm>
            <a:prstGeom prst="roundRect">
              <a:avLst>
                <a:gd name="adj" fmla="val 16784"/>
              </a:avLst>
            </a:prstGeom>
            <a:solidFill>
              <a:srgbClr val="FBE5D6"/>
            </a:solidFill>
            <a:ln w="12700">
              <a:solidFill>
                <a:schemeClr val="accent2">
                  <a:lumMod val="75000"/>
                </a:schemeClr>
              </a:solidFill>
              <a:prstDash val="soli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none" rtlCol="0" anchor="ctr"/>
            <a:p>
              <a:pPr algn="ctr"/>
              <a:r>
                <a:rPr lang="en-US" altLang="zh-CN" sz="10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embed</a:t>
              </a:r>
              <a:r>
                <a:rPr lang="en-US" altLang="zh-CN" sz="1000" baseline="-25000">
                  <a:solidFill>
                    <a:schemeClr val="tx1"/>
                  </a:solidFill>
                </a:rPr>
                <a:t>2</a:t>
              </a:r>
              <a:endParaRPr lang="en-US" altLang="zh-CN" sz="1000" baseline="-25000">
                <a:solidFill>
                  <a:schemeClr val="tx1"/>
                </a:solidFill>
              </a:endParaRPr>
            </a:p>
          </p:txBody>
        </p:sp>
        <p:sp>
          <p:nvSpPr>
            <p:cNvPr id="115" name="圆角矩形 114"/>
            <p:cNvSpPr/>
            <p:nvPr/>
          </p:nvSpPr>
          <p:spPr>
            <a:xfrm>
              <a:off x="8890" y="6656"/>
              <a:ext cx="867" cy="407"/>
            </a:xfrm>
            <a:prstGeom prst="roundRect">
              <a:avLst>
                <a:gd name="adj" fmla="val 16784"/>
              </a:avLst>
            </a:prstGeom>
            <a:solidFill>
              <a:srgbClr val="FBE5D6"/>
            </a:solidFill>
            <a:ln w="12700">
              <a:solidFill>
                <a:schemeClr val="accent2">
                  <a:lumMod val="75000"/>
                </a:schemeClr>
              </a:solidFill>
              <a:prstDash val="soli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none" rtlCol="0" anchor="ctr"/>
            <a:p>
              <a:pPr algn="ctr"/>
              <a:r>
                <a:rPr lang="en-US" altLang="zh-CN" sz="10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embed</a:t>
              </a:r>
              <a:r>
                <a:rPr lang="en-US" altLang="zh-CN" sz="1000" baseline="-25000">
                  <a:solidFill>
                    <a:schemeClr val="tx1"/>
                  </a:solidFill>
                </a:rPr>
                <a:t>3</a:t>
              </a:r>
              <a:endParaRPr lang="en-US" altLang="zh-CN" sz="1000" baseline="-25000">
                <a:solidFill>
                  <a:schemeClr val="tx1"/>
                </a:solidFill>
              </a:endParaRPr>
            </a:p>
          </p:txBody>
        </p:sp>
        <p:sp>
          <p:nvSpPr>
            <p:cNvPr id="116" name="圆角矩形 115"/>
            <p:cNvSpPr/>
            <p:nvPr/>
          </p:nvSpPr>
          <p:spPr>
            <a:xfrm>
              <a:off x="8889" y="7167"/>
              <a:ext cx="880" cy="407"/>
            </a:xfrm>
            <a:prstGeom prst="roundRect">
              <a:avLst>
                <a:gd name="adj" fmla="val 16784"/>
              </a:avLst>
            </a:prstGeom>
            <a:solidFill>
              <a:srgbClr val="FBE5D6"/>
            </a:solidFill>
            <a:ln w="12700">
              <a:solidFill>
                <a:schemeClr val="accent2">
                  <a:lumMod val="75000"/>
                </a:schemeClr>
              </a:solidFill>
              <a:prstDash val="soli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none" rtlCol="0" anchor="ctr"/>
            <a:p>
              <a:pPr algn="ctr"/>
              <a:r>
                <a:rPr lang="en-US" altLang="zh-CN" sz="10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embed</a:t>
              </a:r>
              <a:r>
                <a:rPr lang="en-US" altLang="zh-CN" sz="1000" baseline="-25000">
                  <a:solidFill>
                    <a:schemeClr val="tx1"/>
                  </a:solidFill>
                </a:rPr>
                <a:t>4</a:t>
              </a:r>
              <a:endParaRPr lang="en-US" altLang="zh-CN" sz="1000" baseline="-25000">
                <a:solidFill>
                  <a:schemeClr val="tx1"/>
                </a:solidFill>
              </a:endParaRPr>
            </a:p>
          </p:txBody>
        </p:sp>
        <p:grpSp>
          <p:nvGrpSpPr>
            <p:cNvPr id="135" name="组合 134"/>
            <p:cNvGrpSpPr/>
            <p:nvPr/>
          </p:nvGrpSpPr>
          <p:grpSpPr>
            <a:xfrm rot="0">
              <a:off x="8402" y="5615"/>
              <a:ext cx="276" cy="1890"/>
              <a:chOff x="8545" y="6663"/>
              <a:chExt cx="276" cy="1890"/>
            </a:xfrm>
          </p:grpSpPr>
          <p:sp>
            <p:nvSpPr>
              <p:cNvPr id="136" name="椭圆 135"/>
              <p:cNvSpPr/>
              <p:nvPr/>
            </p:nvSpPr>
            <p:spPr>
              <a:xfrm>
                <a:off x="8545" y="6663"/>
                <a:ext cx="277" cy="259"/>
              </a:xfrm>
              <a:prstGeom prst="ellipse">
                <a:avLst/>
              </a:prstGeom>
              <a:noFill/>
              <a:ln>
                <a:solidFill>
                  <a:schemeClr val="tx1">
                    <a:alpha val="40000"/>
                  </a:schemeClr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wrap="none" rtlCol="0" anchor="ctr"/>
              <a:p>
                <a:pPr algn="ctr"/>
                <a:endParaRPr lang="zh-CN" altLang="en-US" sz="1000">
                  <a:solidFill>
                    <a:schemeClr val="tx1"/>
                  </a:solidFill>
                </a:endParaRPr>
              </a:p>
            </p:txBody>
          </p:sp>
          <p:sp>
            <p:nvSpPr>
              <p:cNvPr id="137" name="椭圆 136"/>
              <p:cNvSpPr/>
              <p:nvPr/>
            </p:nvSpPr>
            <p:spPr>
              <a:xfrm>
                <a:off x="8545" y="7182"/>
                <a:ext cx="277" cy="259"/>
              </a:xfrm>
              <a:prstGeom prst="ellipse">
                <a:avLst/>
              </a:prstGeom>
              <a:noFill/>
              <a:ln>
                <a:solidFill>
                  <a:schemeClr val="tx1">
                    <a:alpha val="40000"/>
                  </a:schemeClr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wrap="none" rtlCol="0" anchor="ctr"/>
              <a:p>
                <a:pPr algn="ctr"/>
                <a:endParaRPr lang="zh-CN" altLang="en-US" sz="1000">
                  <a:solidFill>
                    <a:schemeClr val="tx1"/>
                  </a:solidFill>
                </a:endParaRPr>
              </a:p>
            </p:txBody>
          </p:sp>
          <p:sp>
            <p:nvSpPr>
              <p:cNvPr id="140" name="椭圆 139"/>
              <p:cNvSpPr/>
              <p:nvPr/>
            </p:nvSpPr>
            <p:spPr>
              <a:xfrm>
                <a:off x="8545" y="7764"/>
                <a:ext cx="277" cy="259"/>
              </a:xfrm>
              <a:prstGeom prst="ellipse">
                <a:avLst/>
              </a:prstGeom>
              <a:noFill/>
              <a:ln>
                <a:solidFill>
                  <a:schemeClr val="tx1">
                    <a:alpha val="40000"/>
                  </a:schemeClr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wrap="none" rtlCol="0" anchor="ctr"/>
              <a:p>
                <a:pPr algn="ctr"/>
                <a:endParaRPr lang="zh-CN" altLang="en-US" sz="1000">
                  <a:solidFill>
                    <a:schemeClr val="tx1"/>
                  </a:solidFill>
                </a:endParaRPr>
              </a:p>
            </p:txBody>
          </p:sp>
          <p:sp>
            <p:nvSpPr>
              <p:cNvPr id="141" name="椭圆 140"/>
              <p:cNvSpPr/>
              <p:nvPr/>
            </p:nvSpPr>
            <p:spPr>
              <a:xfrm>
                <a:off x="8545" y="8295"/>
                <a:ext cx="277" cy="259"/>
              </a:xfrm>
              <a:prstGeom prst="ellipse">
                <a:avLst/>
              </a:prstGeom>
              <a:noFill/>
              <a:ln>
                <a:solidFill>
                  <a:schemeClr val="tx1">
                    <a:alpha val="40000"/>
                  </a:schemeClr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wrap="none" rtlCol="0" anchor="ctr"/>
              <a:p>
                <a:pPr algn="ctr"/>
                <a:endParaRPr lang="zh-CN" altLang="en-US" sz="100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142" name="直接箭头连接符 141"/>
            <p:cNvCxnSpPr/>
            <p:nvPr/>
          </p:nvCxnSpPr>
          <p:spPr>
            <a:xfrm flipV="1">
              <a:off x="8679" y="5745"/>
              <a:ext cx="221" cy="2"/>
            </a:xfrm>
            <a:prstGeom prst="straightConnector1">
              <a:avLst/>
            </a:prstGeom>
            <a:ln w="6350">
              <a:solidFill>
                <a:schemeClr val="tx1">
                  <a:alpha val="40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43" name="直接箭头连接符 142"/>
            <p:cNvCxnSpPr/>
            <p:nvPr/>
          </p:nvCxnSpPr>
          <p:spPr>
            <a:xfrm>
              <a:off x="8032" y="6277"/>
              <a:ext cx="370" cy="0"/>
            </a:xfrm>
            <a:prstGeom prst="straightConnector1">
              <a:avLst/>
            </a:prstGeom>
            <a:ln w="6350">
              <a:solidFill>
                <a:schemeClr val="tx1">
                  <a:alpha val="40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44" name="直接箭头连接符 143"/>
            <p:cNvCxnSpPr/>
            <p:nvPr/>
          </p:nvCxnSpPr>
          <p:spPr>
            <a:xfrm flipV="1">
              <a:off x="8668" y="6277"/>
              <a:ext cx="221" cy="2"/>
            </a:xfrm>
            <a:prstGeom prst="straightConnector1">
              <a:avLst/>
            </a:prstGeom>
            <a:ln w="6350">
              <a:solidFill>
                <a:schemeClr val="tx1">
                  <a:alpha val="40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45" name="直接箭头连接符 144"/>
            <p:cNvCxnSpPr/>
            <p:nvPr/>
          </p:nvCxnSpPr>
          <p:spPr>
            <a:xfrm flipV="1">
              <a:off x="8668" y="6849"/>
              <a:ext cx="221" cy="2"/>
            </a:xfrm>
            <a:prstGeom prst="straightConnector1">
              <a:avLst/>
            </a:prstGeom>
            <a:ln w="6350">
              <a:solidFill>
                <a:schemeClr val="tx1">
                  <a:alpha val="40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47" name="直接箭头连接符 146"/>
            <p:cNvCxnSpPr/>
            <p:nvPr/>
          </p:nvCxnSpPr>
          <p:spPr>
            <a:xfrm flipV="1">
              <a:off x="8680" y="7376"/>
              <a:ext cx="221" cy="2"/>
            </a:xfrm>
            <a:prstGeom prst="straightConnector1">
              <a:avLst/>
            </a:prstGeom>
            <a:ln w="6350">
              <a:solidFill>
                <a:schemeClr val="tx1">
                  <a:alpha val="40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48" name="直接箭头连接符 147"/>
            <p:cNvCxnSpPr/>
            <p:nvPr/>
          </p:nvCxnSpPr>
          <p:spPr>
            <a:xfrm>
              <a:off x="8032" y="6851"/>
              <a:ext cx="370" cy="0"/>
            </a:xfrm>
            <a:prstGeom prst="straightConnector1">
              <a:avLst/>
            </a:prstGeom>
            <a:ln w="6350">
              <a:solidFill>
                <a:schemeClr val="tx1">
                  <a:alpha val="40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49" name="直接箭头连接符 148"/>
            <p:cNvCxnSpPr/>
            <p:nvPr/>
          </p:nvCxnSpPr>
          <p:spPr>
            <a:xfrm>
              <a:off x="8044" y="7378"/>
              <a:ext cx="370" cy="0"/>
            </a:xfrm>
            <a:prstGeom prst="straightConnector1">
              <a:avLst/>
            </a:prstGeom>
            <a:ln w="6350">
              <a:solidFill>
                <a:schemeClr val="tx1">
                  <a:alpha val="40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50" name="矩形 149"/>
            <p:cNvSpPr/>
            <p:nvPr/>
          </p:nvSpPr>
          <p:spPr>
            <a:xfrm>
              <a:off x="6193" y="5541"/>
              <a:ext cx="1293" cy="407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4">
                      <a:lumMod val="20000"/>
                      <a:lumOff val="80000"/>
                    </a:schemeClr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none" rtlCol="0" anchor="ctr"/>
            <a:p>
              <a:pPr algn="ctr"/>
              <a:r>
                <a:rPr lang="en-US" altLang="zh-CN" sz="10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Temperature</a:t>
              </a:r>
              <a:endParaRPr lang="en-US" altLang="zh-CN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51" name="矩形 150"/>
            <p:cNvSpPr/>
            <p:nvPr/>
          </p:nvSpPr>
          <p:spPr>
            <a:xfrm>
              <a:off x="6193" y="6074"/>
              <a:ext cx="1293" cy="407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4">
                      <a:lumMod val="20000"/>
                      <a:lumOff val="80000"/>
                    </a:schemeClr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none" rtlCol="0" anchor="ctr"/>
            <a:p>
              <a:pPr algn="ctr"/>
              <a:r>
                <a:rPr lang="en-US" altLang="zh-CN" sz="10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Topp</a:t>
              </a:r>
              <a:endParaRPr lang="en-US" altLang="zh-CN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52" name="矩形 151"/>
            <p:cNvSpPr/>
            <p:nvPr/>
          </p:nvSpPr>
          <p:spPr>
            <a:xfrm>
              <a:off x="6193" y="6656"/>
              <a:ext cx="1293" cy="407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4">
                      <a:lumMod val="20000"/>
                      <a:lumOff val="80000"/>
                    </a:schemeClr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none" rtlCol="0" anchor="ctr"/>
            <a:p>
              <a:pPr algn="ctr"/>
              <a:r>
                <a:rPr lang="en-US" altLang="zh-CN" sz="10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Topk</a:t>
              </a:r>
              <a:endParaRPr lang="en-US" altLang="zh-CN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53" name="矩形 152"/>
            <p:cNvSpPr/>
            <p:nvPr/>
          </p:nvSpPr>
          <p:spPr>
            <a:xfrm>
              <a:off x="6193" y="7167"/>
              <a:ext cx="1293" cy="407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4">
                      <a:lumMod val="20000"/>
                      <a:lumOff val="80000"/>
                    </a:schemeClr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none" rtlCol="0" anchor="ctr"/>
            <a:p>
              <a:pPr algn="ctr"/>
              <a:r>
                <a:rPr lang="en-US" altLang="zh-CN" sz="10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Rep_penalty</a:t>
              </a:r>
              <a:endParaRPr lang="en-US" altLang="zh-CN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cxnSp>
          <p:nvCxnSpPr>
            <p:cNvPr id="154" name="直接箭头连接符 153"/>
            <p:cNvCxnSpPr>
              <a:stCxn id="150" idx="3"/>
            </p:cNvCxnSpPr>
            <p:nvPr/>
          </p:nvCxnSpPr>
          <p:spPr>
            <a:xfrm flipV="1">
              <a:off x="7486" y="5744"/>
              <a:ext cx="296" cy="1"/>
            </a:xfrm>
            <a:prstGeom prst="straightConnector1">
              <a:avLst/>
            </a:prstGeom>
            <a:ln w="6350">
              <a:solidFill>
                <a:schemeClr val="tx1">
                  <a:alpha val="40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56" name="直接箭头连接符 155"/>
            <p:cNvCxnSpPr/>
            <p:nvPr/>
          </p:nvCxnSpPr>
          <p:spPr>
            <a:xfrm flipV="1">
              <a:off x="7479" y="6276"/>
              <a:ext cx="296" cy="1"/>
            </a:xfrm>
            <a:prstGeom prst="straightConnector1">
              <a:avLst/>
            </a:prstGeom>
            <a:ln w="6350">
              <a:solidFill>
                <a:schemeClr val="tx1">
                  <a:alpha val="40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57" name="直接箭头连接符 156"/>
            <p:cNvCxnSpPr/>
            <p:nvPr/>
          </p:nvCxnSpPr>
          <p:spPr>
            <a:xfrm flipV="1">
              <a:off x="7480" y="6851"/>
              <a:ext cx="296" cy="1"/>
            </a:xfrm>
            <a:prstGeom prst="straightConnector1">
              <a:avLst/>
            </a:prstGeom>
            <a:ln w="6350">
              <a:solidFill>
                <a:schemeClr val="tx1">
                  <a:alpha val="40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58" name="直接箭头连接符 157"/>
            <p:cNvCxnSpPr/>
            <p:nvPr/>
          </p:nvCxnSpPr>
          <p:spPr>
            <a:xfrm flipV="1">
              <a:off x="7479" y="7378"/>
              <a:ext cx="296" cy="1"/>
            </a:xfrm>
            <a:prstGeom prst="straightConnector1">
              <a:avLst/>
            </a:prstGeom>
            <a:ln w="6350">
              <a:solidFill>
                <a:schemeClr val="tx1">
                  <a:alpha val="40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67" name="肘形连接符 166"/>
            <p:cNvCxnSpPr>
              <a:endCxn id="166" idx="0"/>
            </p:cNvCxnSpPr>
            <p:nvPr/>
          </p:nvCxnSpPr>
          <p:spPr>
            <a:xfrm rot="5400000" flipV="1">
              <a:off x="9566" y="3212"/>
              <a:ext cx="1444" cy="1195"/>
            </a:xfrm>
            <a:prstGeom prst="bentConnector3">
              <a:avLst>
                <a:gd name="adj1" fmla="val 2112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68" name="肘形连接符 167"/>
            <p:cNvCxnSpPr>
              <a:stCxn id="106" idx="3"/>
              <a:endCxn id="166" idx="4"/>
            </p:cNvCxnSpPr>
            <p:nvPr/>
          </p:nvCxnSpPr>
          <p:spPr>
            <a:xfrm flipV="1">
              <a:off x="9782" y="5353"/>
              <a:ext cx="1104" cy="392"/>
            </a:xfrm>
            <a:prstGeom prst="bentConnector2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71" name="肘形连接符 170"/>
            <p:cNvCxnSpPr>
              <a:stCxn id="111" idx="3"/>
              <a:endCxn id="166" idx="4"/>
            </p:cNvCxnSpPr>
            <p:nvPr/>
          </p:nvCxnSpPr>
          <p:spPr>
            <a:xfrm flipV="1">
              <a:off x="9769" y="5353"/>
              <a:ext cx="1117" cy="925"/>
            </a:xfrm>
            <a:prstGeom prst="bentConnector2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72" name="肘形连接符 171"/>
            <p:cNvCxnSpPr>
              <a:stCxn id="115" idx="3"/>
              <a:endCxn id="166" idx="4"/>
            </p:cNvCxnSpPr>
            <p:nvPr/>
          </p:nvCxnSpPr>
          <p:spPr>
            <a:xfrm flipV="1">
              <a:off x="9757" y="5353"/>
              <a:ext cx="1129" cy="1507"/>
            </a:xfrm>
            <a:prstGeom prst="bentConnector2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73" name="肘形连接符 172"/>
            <p:cNvCxnSpPr>
              <a:stCxn id="116" idx="3"/>
              <a:endCxn id="166" idx="4"/>
            </p:cNvCxnSpPr>
            <p:nvPr/>
          </p:nvCxnSpPr>
          <p:spPr>
            <a:xfrm flipV="1">
              <a:off x="9769" y="5353"/>
              <a:ext cx="1117" cy="2018"/>
            </a:xfrm>
            <a:prstGeom prst="bentConnector2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66" name="流程图: 或者 165"/>
            <p:cNvSpPr/>
            <p:nvPr/>
          </p:nvSpPr>
          <p:spPr>
            <a:xfrm>
              <a:off x="10459" y="4532"/>
              <a:ext cx="854" cy="821"/>
            </a:xfrm>
            <a:prstGeom prst="flowChartOr">
              <a:avLst/>
            </a:prstGeom>
            <a:noFill/>
            <a:ln w="2857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pSp>
          <p:nvGrpSpPr>
            <p:cNvPr id="199" name="组合 198"/>
            <p:cNvGrpSpPr/>
            <p:nvPr/>
          </p:nvGrpSpPr>
          <p:grpSpPr>
            <a:xfrm rot="0">
              <a:off x="11313" y="2451"/>
              <a:ext cx="4065" cy="5080"/>
              <a:chOff x="12084" y="3499"/>
              <a:chExt cx="3879" cy="5080"/>
            </a:xfrm>
          </p:grpSpPr>
          <p:sp>
            <p:nvSpPr>
              <p:cNvPr id="351" name="圆角矩形 350"/>
              <p:cNvSpPr/>
              <p:nvPr/>
            </p:nvSpPr>
            <p:spPr>
              <a:xfrm>
                <a:off x="12572" y="3608"/>
                <a:ext cx="2291" cy="4971"/>
              </a:xfrm>
              <a:prstGeom prst="roundRect">
                <a:avLst>
                  <a:gd name="adj" fmla="val 6437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 w="12700">
                <a:solidFill>
                  <a:schemeClr val="accent2">
                    <a:lumMod val="75000"/>
                  </a:schemeClr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1400"/>
              </a:p>
            </p:txBody>
          </p:sp>
          <p:sp>
            <p:nvSpPr>
              <p:cNvPr id="379" name="矩形 378"/>
              <p:cNvSpPr/>
              <p:nvPr/>
            </p:nvSpPr>
            <p:spPr>
              <a:xfrm>
                <a:off x="12572" y="3499"/>
                <a:ext cx="2292" cy="776"/>
              </a:xfrm>
              <a:prstGeom prst="rect">
                <a:avLst/>
              </a:prstGeom>
              <a:noFill/>
              <a:ln w="19050">
                <a:noFill/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DAE3F3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wrap="none" rtlCol="0" anchor="ctr"/>
              <a:p>
                <a:pPr algn="ctr"/>
                <a:r>
                  <a:rPr lang="en-US" altLang="zh-CN" sz="10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Multi-class Classifier</a:t>
                </a:r>
                <a:endParaRPr lang="en-US" altLang="zh-CN" sz="1000" b="1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endParaRPr>
              </a:p>
            </p:txBody>
          </p:sp>
          <p:sp>
            <p:nvSpPr>
              <p:cNvPr id="455" name="圆角矩形 454"/>
              <p:cNvSpPr/>
              <p:nvPr/>
            </p:nvSpPr>
            <p:spPr>
              <a:xfrm>
                <a:off x="15195" y="3785"/>
                <a:ext cx="768" cy="666"/>
              </a:xfrm>
              <a:prstGeom prst="roundRect">
                <a:avLst>
                  <a:gd name="adj" fmla="val 15071"/>
                </a:avLst>
              </a:prstGeom>
              <a:solidFill>
                <a:srgbClr val="FBE5D6"/>
              </a:solidFill>
              <a:ln w="12700">
                <a:solidFill>
                  <a:schemeClr val="accent2">
                    <a:lumMod val="75000"/>
                  </a:schemeClr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wrap="none" rtlCol="0" anchor="ctr"/>
              <a:p>
                <a:pPr algn="ctr"/>
                <a:r>
                  <a:rPr lang="en-US" altLang="zh-CN" sz="10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class-1</a:t>
                </a:r>
                <a:endParaRPr lang="en-US" altLang="zh-CN" sz="10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456" name="圆角矩形 455"/>
              <p:cNvSpPr/>
              <p:nvPr/>
            </p:nvSpPr>
            <p:spPr>
              <a:xfrm>
                <a:off x="15201" y="4795"/>
                <a:ext cx="761" cy="663"/>
              </a:xfrm>
              <a:prstGeom prst="roundRect">
                <a:avLst>
                  <a:gd name="adj" fmla="val 15071"/>
                </a:avLst>
              </a:prstGeom>
              <a:solidFill>
                <a:srgbClr val="FBE5D6"/>
              </a:solidFill>
              <a:ln w="12700">
                <a:solidFill>
                  <a:schemeClr val="accent2">
                    <a:lumMod val="75000"/>
                  </a:schemeClr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wrap="none" rtlCol="0" anchor="ctr"/>
              <a:p>
                <a:pPr algn="ctr"/>
                <a:r>
                  <a:rPr lang="en-US" altLang="zh-CN" sz="10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class-2</a:t>
                </a:r>
                <a:endParaRPr lang="en-US" altLang="zh-CN" sz="10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endParaRPr>
              </a:p>
            </p:txBody>
          </p:sp>
          <p:sp>
            <p:nvSpPr>
              <p:cNvPr id="457" name="圆角矩形 456"/>
              <p:cNvSpPr/>
              <p:nvPr/>
            </p:nvSpPr>
            <p:spPr>
              <a:xfrm>
                <a:off x="15195" y="5804"/>
                <a:ext cx="767" cy="663"/>
              </a:xfrm>
              <a:prstGeom prst="roundRect">
                <a:avLst>
                  <a:gd name="adj" fmla="val 15071"/>
                </a:avLst>
              </a:prstGeom>
              <a:solidFill>
                <a:srgbClr val="FBE5D6"/>
              </a:solidFill>
              <a:ln w="12700">
                <a:solidFill>
                  <a:schemeClr val="accent2">
                    <a:lumMod val="75000"/>
                  </a:schemeClr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wrap="none" rtlCol="0" anchor="ctr"/>
              <a:p>
                <a:pPr algn="ctr"/>
                <a:r>
                  <a:rPr lang="en-US" sz="10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class-3</a:t>
                </a:r>
                <a:endParaRPr lang="en-US" sz="10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endParaRPr>
              </a:p>
            </p:txBody>
          </p:sp>
          <p:sp>
            <p:nvSpPr>
              <p:cNvPr id="458" name="圆角矩形 457"/>
              <p:cNvSpPr/>
              <p:nvPr/>
            </p:nvSpPr>
            <p:spPr>
              <a:xfrm>
                <a:off x="15195" y="6813"/>
                <a:ext cx="767" cy="663"/>
              </a:xfrm>
              <a:prstGeom prst="roundRect">
                <a:avLst>
                  <a:gd name="adj" fmla="val 15071"/>
                </a:avLst>
              </a:prstGeom>
              <a:solidFill>
                <a:srgbClr val="FBE5D6"/>
              </a:solidFill>
              <a:ln w="12700">
                <a:solidFill>
                  <a:schemeClr val="accent2">
                    <a:lumMod val="75000"/>
                  </a:schemeClr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wrap="none" rtlCol="0" anchor="ctr"/>
              <a:p>
                <a:pPr algn="ctr"/>
                <a:r>
                  <a:rPr lang="en-US" altLang="zh-CN" sz="10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class-4</a:t>
                </a:r>
                <a:endParaRPr lang="en-US" altLang="zh-CN" sz="10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endParaRPr>
              </a:p>
            </p:txBody>
          </p:sp>
          <p:sp>
            <p:nvSpPr>
              <p:cNvPr id="459" name="圆角矩形 458"/>
              <p:cNvSpPr/>
              <p:nvPr/>
            </p:nvSpPr>
            <p:spPr>
              <a:xfrm>
                <a:off x="15195" y="7822"/>
                <a:ext cx="767" cy="663"/>
              </a:xfrm>
              <a:prstGeom prst="roundRect">
                <a:avLst>
                  <a:gd name="adj" fmla="val 15071"/>
                </a:avLst>
              </a:prstGeom>
              <a:solidFill>
                <a:srgbClr val="FBE5D6"/>
              </a:solidFill>
              <a:ln w="12700">
                <a:solidFill>
                  <a:schemeClr val="accent2">
                    <a:lumMod val="75000"/>
                  </a:schemeClr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wrap="none" rtlCol="0" anchor="ctr"/>
              <a:p>
                <a:pPr algn="ctr"/>
                <a:r>
                  <a:rPr lang="en-US" altLang="zh-CN" sz="10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class-5</a:t>
                </a:r>
                <a:endParaRPr lang="en-US" altLang="zh-CN" sz="10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endParaRPr>
              </a:p>
            </p:txBody>
          </p:sp>
          <p:sp>
            <p:nvSpPr>
              <p:cNvPr id="460" name="左大括号 459"/>
              <p:cNvSpPr/>
              <p:nvPr/>
            </p:nvSpPr>
            <p:spPr>
              <a:xfrm>
                <a:off x="14956" y="3949"/>
                <a:ext cx="150" cy="4404"/>
              </a:xfrm>
              <a:prstGeom prst="leftBrace">
                <a:avLst>
                  <a:gd name="adj1" fmla="val 51260"/>
                  <a:gd name="adj2" fmla="val 47979"/>
                </a:avLst>
              </a:prstGeom>
              <a:ln w="63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wrap="none" rtlCol="0" anchor="ctr"/>
              <a:p>
                <a:pPr algn="ctr"/>
                <a:endParaRPr lang="zh-CN" altLang="en-US" sz="100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77" name="组合 176"/>
              <p:cNvGrpSpPr/>
              <p:nvPr/>
            </p:nvGrpSpPr>
            <p:grpSpPr>
              <a:xfrm rot="0">
                <a:off x="12810" y="4123"/>
                <a:ext cx="1922" cy="4229"/>
                <a:chOff x="12810" y="3148"/>
                <a:chExt cx="1922" cy="6409"/>
              </a:xfrm>
            </p:grpSpPr>
            <p:grpSp>
              <p:nvGrpSpPr>
                <p:cNvPr id="352" name="组合 351"/>
                <p:cNvGrpSpPr/>
                <p:nvPr/>
              </p:nvGrpSpPr>
              <p:grpSpPr>
                <a:xfrm rot="0">
                  <a:off x="12810" y="3148"/>
                  <a:ext cx="1223" cy="5980"/>
                  <a:chOff x="15280" y="6346"/>
                  <a:chExt cx="877" cy="2172"/>
                </a:xfrm>
              </p:grpSpPr>
              <p:sp>
                <p:nvSpPr>
                  <p:cNvPr id="353" name="椭圆 352"/>
                  <p:cNvSpPr/>
                  <p:nvPr/>
                </p:nvSpPr>
                <p:spPr>
                  <a:xfrm>
                    <a:off x="15280" y="6346"/>
                    <a:ext cx="276" cy="276"/>
                  </a:xfrm>
                  <a:prstGeom prst="ellipse">
                    <a:avLst/>
                  </a:prstGeom>
                  <a:solidFill>
                    <a:schemeClr val="bg1"/>
                  </a:solidFill>
                  <a:ln w="9525">
                    <a:solidFill>
                      <a:schemeClr val="tx1">
                        <a:alpha val="80000"/>
                      </a:schemeClr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wrap="none" rtlCol="0" anchor="ctr"/>
                  <a:p>
                    <a:pPr algn="ctr"/>
                    <a:endParaRPr lang="zh-CN" altLang="en-US" sz="100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54" name="椭圆 353"/>
                  <p:cNvSpPr/>
                  <p:nvPr/>
                </p:nvSpPr>
                <p:spPr>
                  <a:xfrm>
                    <a:off x="15280" y="6991"/>
                    <a:ext cx="276" cy="276"/>
                  </a:xfrm>
                  <a:prstGeom prst="ellipse">
                    <a:avLst/>
                  </a:prstGeom>
                  <a:solidFill>
                    <a:schemeClr val="bg1"/>
                  </a:solidFill>
                  <a:ln w="9525">
                    <a:solidFill>
                      <a:schemeClr val="tx1">
                        <a:alpha val="80000"/>
                      </a:schemeClr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wrap="none" rtlCol="0" anchor="ctr"/>
                  <a:p>
                    <a:pPr algn="ctr"/>
                    <a:endParaRPr lang="zh-CN" altLang="en-US" sz="100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55" name="椭圆 354"/>
                  <p:cNvSpPr/>
                  <p:nvPr/>
                </p:nvSpPr>
                <p:spPr>
                  <a:xfrm>
                    <a:off x="15280" y="7594"/>
                    <a:ext cx="276" cy="276"/>
                  </a:xfrm>
                  <a:prstGeom prst="ellipse">
                    <a:avLst/>
                  </a:prstGeom>
                  <a:solidFill>
                    <a:schemeClr val="bg1"/>
                  </a:solidFill>
                  <a:ln w="9525">
                    <a:solidFill>
                      <a:schemeClr val="tx1">
                        <a:alpha val="80000"/>
                      </a:schemeClr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wrap="none" rtlCol="0" anchor="ctr"/>
                  <a:p>
                    <a:pPr algn="ctr"/>
                    <a:endParaRPr lang="zh-CN" altLang="en-US" sz="100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56" name="椭圆 355"/>
                  <p:cNvSpPr/>
                  <p:nvPr/>
                </p:nvSpPr>
                <p:spPr>
                  <a:xfrm>
                    <a:off x="15280" y="8242"/>
                    <a:ext cx="276" cy="276"/>
                  </a:xfrm>
                  <a:prstGeom prst="ellipse">
                    <a:avLst/>
                  </a:prstGeom>
                  <a:solidFill>
                    <a:schemeClr val="bg1"/>
                  </a:solidFill>
                  <a:ln w="9525">
                    <a:solidFill>
                      <a:schemeClr val="tx1">
                        <a:alpha val="80000"/>
                      </a:schemeClr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wrap="none" rtlCol="0" anchor="ctr"/>
                  <a:p>
                    <a:pPr algn="ctr"/>
                    <a:endParaRPr lang="zh-CN" altLang="en-US" sz="100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57" name="椭圆 356"/>
                  <p:cNvSpPr/>
                  <p:nvPr/>
                </p:nvSpPr>
                <p:spPr>
                  <a:xfrm>
                    <a:off x="15881" y="6346"/>
                    <a:ext cx="276" cy="276"/>
                  </a:xfrm>
                  <a:prstGeom prst="ellipse">
                    <a:avLst/>
                  </a:prstGeom>
                  <a:solidFill>
                    <a:schemeClr val="bg1"/>
                  </a:solidFill>
                  <a:ln w="9525">
                    <a:solidFill>
                      <a:schemeClr val="tx1">
                        <a:alpha val="80000"/>
                      </a:schemeClr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wrap="none" rtlCol="0" anchor="ctr"/>
                  <a:p>
                    <a:pPr algn="ctr"/>
                    <a:endParaRPr lang="zh-CN" altLang="en-US" sz="100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58" name="椭圆 357"/>
                  <p:cNvSpPr/>
                  <p:nvPr/>
                </p:nvSpPr>
                <p:spPr>
                  <a:xfrm>
                    <a:off x="15874" y="6988"/>
                    <a:ext cx="276" cy="276"/>
                  </a:xfrm>
                  <a:prstGeom prst="ellipse">
                    <a:avLst/>
                  </a:prstGeom>
                  <a:solidFill>
                    <a:schemeClr val="bg1"/>
                  </a:solidFill>
                  <a:ln w="9525">
                    <a:solidFill>
                      <a:schemeClr val="tx1">
                        <a:alpha val="80000"/>
                      </a:schemeClr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wrap="none" rtlCol="0" anchor="ctr"/>
                  <a:p>
                    <a:pPr algn="ctr"/>
                    <a:endParaRPr lang="zh-CN" altLang="en-US" sz="100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59" name="椭圆 358"/>
                  <p:cNvSpPr/>
                  <p:nvPr/>
                </p:nvSpPr>
                <p:spPr>
                  <a:xfrm>
                    <a:off x="15874" y="7597"/>
                    <a:ext cx="276" cy="276"/>
                  </a:xfrm>
                  <a:prstGeom prst="ellipse">
                    <a:avLst/>
                  </a:prstGeom>
                  <a:solidFill>
                    <a:schemeClr val="bg1"/>
                  </a:solidFill>
                  <a:ln w="9525">
                    <a:solidFill>
                      <a:schemeClr val="tx1">
                        <a:alpha val="80000"/>
                      </a:schemeClr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wrap="none" rtlCol="0" anchor="ctr"/>
                  <a:p>
                    <a:pPr algn="ctr"/>
                    <a:endParaRPr lang="zh-CN" altLang="en-US" sz="100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60" name="椭圆 359"/>
                  <p:cNvSpPr/>
                  <p:nvPr/>
                </p:nvSpPr>
                <p:spPr>
                  <a:xfrm>
                    <a:off x="15874" y="8241"/>
                    <a:ext cx="276" cy="276"/>
                  </a:xfrm>
                  <a:prstGeom prst="ellipse">
                    <a:avLst/>
                  </a:prstGeom>
                  <a:solidFill>
                    <a:schemeClr val="bg1"/>
                  </a:solidFill>
                  <a:ln w="9525">
                    <a:solidFill>
                      <a:schemeClr val="tx1">
                        <a:alpha val="80000"/>
                      </a:schemeClr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wrap="none" rtlCol="0" anchor="ctr"/>
                  <a:p>
                    <a:pPr algn="ctr"/>
                    <a:endParaRPr lang="zh-CN" altLang="en-US" sz="1000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375" name="矩形 374"/>
                <p:cNvSpPr/>
                <p:nvPr/>
              </p:nvSpPr>
              <p:spPr>
                <a:xfrm rot="5400000">
                  <a:off x="12651" y="7565"/>
                  <a:ext cx="859" cy="233"/>
                </a:xfrm>
                <a:prstGeom prst="rect">
                  <a:avLst/>
                </a:prstGeom>
                <a:noFill/>
                <a:ln w="19050">
                  <a:noFill/>
                  <a:prstDash val="soli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DAE3F3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p>
                  <a:pPr algn="ctr"/>
                  <a:r>
                    <a:rPr lang="en-US" altLang="zh-CN" sz="1000">
                      <a:solidFill>
                        <a:schemeClr val="tx1"/>
                      </a:solidFill>
                    </a:rPr>
                    <a:t>...</a:t>
                  </a:r>
                  <a:endParaRPr lang="en-US" altLang="zh-CN" sz="10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76" name="矩形 375"/>
                <p:cNvSpPr/>
                <p:nvPr/>
              </p:nvSpPr>
              <p:spPr>
                <a:xfrm rot="5400000">
                  <a:off x="13472" y="7524"/>
                  <a:ext cx="859" cy="233"/>
                </a:xfrm>
                <a:prstGeom prst="rect">
                  <a:avLst/>
                </a:prstGeom>
                <a:noFill/>
                <a:ln w="19050">
                  <a:noFill/>
                  <a:prstDash val="soli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DAE3F3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p>
                  <a:pPr algn="ctr"/>
                  <a:r>
                    <a:rPr lang="en-US" altLang="zh-CN" sz="1000">
                      <a:solidFill>
                        <a:schemeClr val="tx1"/>
                      </a:solidFill>
                    </a:rPr>
                    <a:t>...</a:t>
                  </a:r>
                  <a:endParaRPr lang="en-US" altLang="zh-CN" sz="10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54" name="圆角矩形 453"/>
                <p:cNvSpPr/>
                <p:nvPr/>
              </p:nvSpPr>
              <p:spPr>
                <a:xfrm>
                  <a:off x="14406" y="3150"/>
                  <a:ext cx="326" cy="6407"/>
                </a:xfrm>
                <a:prstGeom prst="roundRect">
                  <a:avLst>
                    <a:gd name="adj" fmla="val 6437"/>
                  </a:avLst>
                </a:prstGeom>
                <a:solidFill>
                  <a:srgbClr val="FBE5D6"/>
                </a:solidFill>
                <a:ln w="12700">
                  <a:solidFill>
                    <a:schemeClr val="accent2">
                      <a:lumMod val="75000"/>
                    </a:schemeClr>
                  </a:solidFill>
                  <a:prstDash val="soli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p>
                  <a:pPr algn="ctr"/>
                  <a:endParaRPr lang="zh-CN" altLang="en-US" sz="100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461" name="直接箭头连接符 460"/>
                <p:cNvCxnSpPr>
                  <a:stCxn id="357" idx="6"/>
                </p:cNvCxnSpPr>
                <p:nvPr/>
              </p:nvCxnSpPr>
              <p:spPr>
                <a:xfrm>
                  <a:off x="14033" y="3527"/>
                  <a:ext cx="390" cy="3040"/>
                </a:xfrm>
                <a:prstGeom prst="straightConnector1">
                  <a:avLst/>
                </a:prstGeom>
                <a:ln w="6350">
                  <a:solidFill>
                    <a:schemeClr val="tx1"/>
                  </a:solidFill>
                  <a:miter lim="800000"/>
                  <a:tailEnd type="triangle" w="sm" len="sm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462" name="直接箭头连接符 461"/>
                <p:cNvCxnSpPr>
                  <a:stCxn id="358" idx="6"/>
                  <a:endCxn id="454" idx="1"/>
                </p:cNvCxnSpPr>
                <p:nvPr/>
              </p:nvCxnSpPr>
              <p:spPr>
                <a:xfrm>
                  <a:off x="14023" y="5296"/>
                  <a:ext cx="383" cy="1058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 w="sm" len="sm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463" name="直接箭头连接符 462"/>
                <p:cNvCxnSpPr>
                  <a:stCxn id="359" idx="6"/>
                  <a:endCxn id="454" idx="1"/>
                </p:cNvCxnSpPr>
                <p:nvPr/>
              </p:nvCxnSpPr>
              <p:spPr>
                <a:xfrm flipV="1">
                  <a:off x="14023" y="6353"/>
                  <a:ext cx="383" cy="62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 w="sm" len="sm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464" name="直接箭头连接符 463"/>
                <p:cNvCxnSpPr>
                  <a:stCxn id="360" idx="6"/>
                </p:cNvCxnSpPr>
                <p:nvPr/>
              </p:nvCxnSpPr>
              <p:spPr>
                <a:xfrm flipV="1">
                  <a:off x="14023" y="6325"/>
                  <a:ext cx="386" cy="2419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 w="sm" len="sm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78" name="直接箭头连接符 177"/>
              <p:cNvCxnSpPr>
                <a:stCxn id="166" idx="6"/>
                <a:endCxn id="354" idx="2"/>
              </p:cNvCxnSpPr>
              <p:nvPr/>
            </p:nvCxnSpPr>
            <p:spPr>
              <a:xfrm flipV="1">
                <a:off x="12103" y="5546"/>
                <a:ext cx="707" cy="44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79" name="直接箭头连接符 178"/>
              <p:cNvCxnSpPr>
                <a:stCxn id="166" idx="6"/>
                <a:endCxn id="355" idx="2"/>
              </p:cNvCxnSpPr>
              <p:nvPr/>
            </p:nvCxnSpPr>
            <p:spPr>
              <a:xfrm>
                <a:off x="12084" y="5991"/>
                <a:ext cx="726" cy="65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80" name="直接箭头连接符 179"/>
              <p:cNvCxnSpPr>
                <a:endCxn id="353" idx="2"/>
              </p:cNvCxnSpPr>
              <p:nvPr/>
            </p:nvCxnSpPr>
            <p:spPr>
              <a:xfrm flipV="1">
                <a:off x="12128" y="4374"/>
                <a:ext cx="682" cy="1601"/>
              </a:xfrm>
              <a:prstGeom prst="straightConnector1">
                <a:avLst/>
              </a:prstGeom>
              <a:ln w="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81" name="直接箭头连接符 180"/>
              <p:cNvCxnSpPr>
                <a:stCxn id="166" idx="6"/>
                <a:endCxn id="356" idx="2"/>
              </p:cNvCxnSpPr>
              <p:nvPr/>
            </p:nvCxnSpPr>
            <p:spPr>
              <a:xfrm>
                <a:off x="12103" y="5991"/>
                <a:ext cx="707" cy="182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82" name="直接箭头连接符 181"/>
              <p:cNvCxnSpPr>
                <a:stCxn id="353" idx="6"/>
                <a:endCxn id="357" idx="2"/>
              </p:cNvCxnSpPr>
              <p:nvPr/>
            </p:nvCxnSpPr>
            <p:spPr>
              <a:xfrm>
                <a:off x="13195" y="4374"/>
                <a:ext cx="453" cy="0"/>
              </a:xfrm>
              <a:prstGeom prst="straightConnector1">
                <a:avLst/>
              </a:prstGeom>
              <a:ln>
                <a:solidFill>
                  <a:schemeClr val="tx1">
                    <a:alpha val="40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83" name="直接箭头连接符 182"/>
              <p:cNvCxnSpPr>
                <a:stCxn id="353" idx="6"/>
                <a:endCxn id="358" idx="2"/>
              </p:cNvCxnSpPr>
              <p:nvPr/>
            </p:nvCxnSpPr>
            <p:spPr>
              <a:xfrm>
                <a:off x="13195" y="4374"/>
                <a:ext cx="443" cy="1167"/>
              </a:xfrm>
              <a:prstGeom prst="straightConnector1">
                <a:avLst/>
              </a:prstGeom>
              <a:ln>
                <a:solidFill>
                  <a:schemeClr val="tx1">
                    <a:alpha val="40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84" name="直接箭头连接符 183"/>
              <p:cNvCxnSpPr>
                <a:stCxn id="353" idx="6"/>
                <a:endCxn id="359" idx="2"/>
              </p:cNvCxnSpPr>
              <p:nvPr/>
            </p:nvCxnSpPr>
            <p:spPr>
              <a:xfrm>
                <a:off x="13195" y="4374"/>
                <a:ext cx="443" cy="2274"/>
              </a:xfrm>
              <a:prstGeom prst="straightConnector1">
                <a:avLst/>
              </a:prstGeom>
              <a:ln>
                <a:solidFill>
                  <a:schemeClr val="tx1">
                    <a:alpha val="40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85" name="直接箭头连接符 184"/>
              <p:cNvCxnSpPr>
                <a:stCxn id="353" idx="6"/>
                <a:endCxn id="360" idx="2"/>
              </p:cNvCxnSpPr>
              <p:nvPr/>
            </p:nvCxnSpPr>
            <p:spPr>
              <a:xfrm>
                <a:off x="13195" y="4374"/>
                <a:ext cx="443" cy="3444"/>
              </a:xfrm>
              <a:prstGeom prst="straightConnector1">
                <a:avLst/>
              </a:prstGeom>
              <a:ln>
                <a:solidFill>
                  <a:schemeClr val="tx1">
                    <a:alpha val="40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86" name="直接箭头连接符 185"/>
              <p:cNvCxnSpPr>
                <a:stCxn id="354" idx="6"/>
                <a:endCxn id="357" idx="2"/>
              </p:cNvCxnSpPr>
              <p:nvPr/>
            </p:nvCxnSpPr>
            <p:spPr>
              <a:xfrm flipV="1">
                <a:off x="13195" y="4374"/>
                <a:ext cx="453" cy="1172"/>
              </a:xfrm>
              <a:prstGeom prst="straightConnector1">
                <a:avLst/>
              </a:prstGeom>
              <a:ln>
                <a:solidFill>
                  <a:schemeClr val="tx1">
                    <a:alpha val="40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87" name="直接箭头连接符 186"/>
              <p:cNvCxnSpPr>
                <a:stCxn id="354" idx="6"/>
                <a:endCxn id="358" idx="2"/>
              </p:cNvCxnSpPr>
              <p:nvPr/>
            </p:nvCxnSpPr>
            <p:spPr>
              <a:xfrm flipV="1">
                <a:off x="13195" y="5541"/>
                <a:ext cx="443" cy="5"/>
              </a:xfrm>
              <a:prstGeom prst="straightConnector1">
                <a:avLst/>
              </a:prstGeom>
              <a:ln>
                <a:solidFill>
                  <a:schemeClr val="tx1">
                    <a:alpha val="40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88" name="直接箭头连接符 187"/>
              <p:cNvCxnSpPr>
                <a:stCxn id="354" idx="6"/>
                <a:endCxn id="359" idx="2"/>
              </p:cNvCxnSpPr>
              <p:nvPr/>
            </p:nvCxnSpPr>
            <p:spPr>
              <a:xfrm>
                <a:off x="13195" y="5546"/>
                <a:ext cx="443" cy="1102"/>
              </a:xfrm>
              <a:prstGeom prst="straightConnector1">
                <a:avLst/>
              </a:prstGeom>
              <a:ln>
                <a:solidFill>
                  <a:schemeClr val="tx1">
                    <a:alpha val="40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89" name="直接箭头连接符 188"/>
              <p:cNvCxnSpPr>
                <a:stCxn id="354" idx="6"/>
                <a:endCxn id="360" idx="2"/>
              </p:cNvCxnSpPr>
              <p:nvPr/>
            </p:nvCxnSpPr>
            <p:spPr>
              <a:xfrm>
                <a:off x="13195" y="5546"/>
                <a:ext cx="443" cy="2272"/>
              </a:xfrm>
              <a:prstGeom prst="straightConnector1">
                <a:avLst/>
              </a:prstGeom>
              <a:ln>
                <a:solidFill>
                  <a:schemeClr val="tx1">
                    <a:alpha val="40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90" name="直接箭头连接符 189"/>
              <p:cNvCxnSpPr>
                <a:stCxn id="355" idx="6"/>
                <a:endCxn id="357" idx="2"/>
              </p:cNvCxnSpPr>
              <p:nvPr/>
            </p:nvCxnSpPr>
            <p:spPr>
              <a:xfrm flipV="1">
                <a:off x="13195" y="4374"/>
                <a:ext cx="453" cy="2267"/>
              </a:xfrm>
              <a:prstGeom prst="straightConnector1">
                <a:avLst/>
              </a:prstGeom>
              <a:ln>
                <a:solidFill>
                  <a:schemeClr val="tx1">
                    <a:alpha val="40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91" name="直接箭头连接符 190"/>
              <p:cNvCxnSpPr>
                <a:stCxn id="355" idx="6"/>
              </p:cNvCxnSpPr>
              <p:nvPr/>
            </p:nvCxnSpPr>
            <p:spPr>
              <a:xfrm flipV="1">
                <a:off x="13195" y="5526"/>
                <a:ext cx="438" cy="1115"/>
              </a:xfrm>
              <a:prstGeom prst="straightConnector1">
                <a:avLst/>
              </a:prstGeom>
              <a:ln>
                <a:solidFill>
                  <a:schemeClr val="tx1">
                    <a:alpha val="40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92" name="直接箭头连接符 191"/>
              <p:cNvCxnSpPr>
                <a:stCxn id="355" idx="6"/>
                <a:endCxn id="359" idx="2"/>
              </p:cNvCxnSpPr>
              <p:nvPr/>
            </p:nvCxnSpPr>
            <p:spPr>
              <a:xfrm>
                <a:off x="13195" y="6641"/>
                <a:ext cx="444" cy="6"/>
              </a:xfrm>
              <a:prstGeom prst="straightConnector1">
                <a:avLst/>
              </a:prstGeom>
              <a:ln>
                <a:solidFill>
                  <a:schemeClr val="tx1">
                    <a:alpha val="40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93" name="直接箭头连接符 192"/>
              <p:cNvCxnSpPr>
                <a:stCxn id="355" idx="6"/>
                <a:endCxn id="360" idx="2"/>
              </p:cNvCxnSpPr>
              <p:nvPr/>
            </p:nvCxnSpPr>
            <p:spPr>
              <a:xfrm>
                <a:off x="13195" y="6641"/>
                <a:ext cx="444" cy="1176"/>
              </a:xfrm>
              <a:prstGeom prst="straightConnector1">
                <a:avLst/>
              </a:prstGeom>
              <a:ln>
                <a:solidFill>
                  <a:schemeClr val="tx1">
                    <a:alpha val="40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94" name="直接箭头连接符 193"/>
              <p:cNvCxnSpPr>
                <a:stCxn id="356" idx="6"/>
                <a:endCxn id="357" idx="2"/>
              </p:cNvCxnSpPr>
              <p:nvPr/>
            </p:nvCxnSpPr>
            <p:spPr>
              <a:xfrm flipV="1">
                <a:off x="13195" y="4374"/>
                <a:ext cx="453" cy="3444"/>
              </a:xfrm>
              <a:prstGeom prst="straightConnector1">
                <a:avLst/>
              </a:prstGeom>
              <a:ln>
                <a:solidFill>
                  <a:schemeClr val="tx1">
                    <a:alpha val="40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95" name="直接箭头连接符 194"/>
              <p:cNvCxnSpPr>
                <a:stCxn id="356" idx="6"/>
              </p:cNvCxnSpPr>
              <p:nvPr/>
            </p:nvCxnSpPr>
            <p:spPr>
              <a:xfrm flipV="1">
                <a:off x="13195" y="5547"/>
                <a:ext cx="459" cy="2271"/>
              </a:xfrm>
              <a:prstGeom prst="straightConnector1">
                <a:avLst/>
              </a:prstGeom>
              <a:ln>
                <a:solidFill>
                  <a:schemeClr val="tx1">
                    <a:alpha val="40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96" name="直接箭头连接符 195"/>
              <p:cNvCxnSpPr>
                <a:stCxn id="356" idx="6"/>
                <a:endCxn id="359" idx="2"/>
              </p:cNvCxnSpPr>
              <p:nvPr/>
            </p:nvCxnSpPr>
            <p:spPr>
              <a:xfrm flipV="1">
                <a:off x="13195" y="6648"/>
                <a:ext cx="443" cy="1170"/>
              </a:xfrm>
              <a:prstGeom prst="straightConnector1">
                <a:avLst/>
              </a:prstGeom>
              <a:ln>
                <a:solidFill>
                  <a:schemeClr val="tx1">
                    <a:alpha val="40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97" name="直接箭头连接符 196"/>
              <p:cNvCxnSpPr>
                <a:stCxn id="356" idx="6"/>
                <a:endCxn id="360" idx="2"/>
              </p:cNvCxnSpPr>
              <p:nvPr/>
            </p:nvCxnSpPr>
            <p:spPr>
              <a:xfrm>
                <a:off x="13195" y="7818"/>
                <a:ext cx="443" cy="0"/>
              </a:xfrm>
              <a:prstGeom prst="straightConnector1">
                <a:avLst/>
              </a:prstGeom>
              <a:ln>
                <a:solidFill>
                  <a:schemeClr val="tx1">
                    <a:alpha val="40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grpSp>
          <p:nvGrpSpPr>
            <p:cNvPr id="206" name="组合 205"/>
            <p:cNvGrpSpPr/>
            <p:nvPr/>
          </p:nvGrpSpPr>
          <p:grpSpPr>
            <a:xfrm>
              <a:off x="3679" y="1969"/>
              <a:ext cx="2833" cy="5402"/>
              <a:chOff x="3679" y="1649"/>
              <a:chExt cx="2833" cy="5402"/>
            </a:xfrm>
          </p:grpSpPr>
          <p:grpSp>
            <p:nvGrpSpPr>
              <p:cNvPr id="429" name="组合 428"/>
              <p:cNvGrpSpPr/>
              <p:nvPr/>
            </p:nvGrpSpPr>
            <p:grpSpPr>
              <a:xfrm rot="0" flipV="1">
                <a:off x="4638" y="2205"/>
                <a:ext cx="1235" cy="1457"/>
                <a:chOff x="12468" y="5647"/>
                <a:chExt cx="814" cy="672"/>
              </a:xfrm>
            </p:grpSpPr>
            <p:sp>
              <p:nvSpPr>
                <p:cNvPr id="430" name="矩形 429"/>
                <p:cNvSpPr/>
                <p:nvPr/>
              </p:nvSpPr>
              <p:spPr>
                <a:xfrm>
                  <a:off x="12468" y="5647"/>
                  <a:ext cx="814" cy="672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6350">
                  <a:solidFill>
                    <a:srgbClr val="44546A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p>
                  <a:pPr algn="ctr"/>
                  <a:endParaRPr lang="en-US" altLang="zh-CN" sz="9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31" name="矩形 430"/>
                <p:cNvSpPr/>
                <p:nvPr/>
              </p:nvSpPr>
              <p:spPr>
                <a:xfrm flipV="1">
                  <a:off x="12648" y="5867"/>
                  <a:ext cx="454" cy="106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 w="6350">
                  <a:solidFill>
                    <a:schemeClr val="accent2">
                      <a:lumMod val="75000"/>
                    </a:schemeClr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p>
                  <a:pPr algn="ctr"/>
                  <a:r>
                    <a:rPr lang="en-US" altLang="zh-CN" sz="1000">
                      <a:solidFill>
                        <a:schemeClr val="tx1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Norm</a:t>
                  </a:r>
                  <a:endParaRPr lang="en-US" altLang="zh-CN" sz="10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sp>
              <p:nvSpPr>
                <p:cNvPr id="432" name="矩形 431"/>
                <p:cNvSpPr/>
                <p:nvPr/>
              </p:nvSpPr>
              <p:spPr>
                <a:xfrm flipV="1">
                  <a:off x="12535" y="6015"/>
                  <a:ext cx="680" cy="121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6350">
                  <a:solidFill>
                    <a:schemeClr val="accent1">
                      <a:lumMod val="75000"/>
                    </a:schemeClr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p>
                  <a:pPr algn="ctr"/>
                  <a:r>
                    <a:rPr lang="en-US" altLang="zh-CN" sz="1000">
                      <a:solidFill>
                        <a:schemeClr val="tx1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Attention</a:t>
                  </a:r>
                  <a:endParaRPr lang="en-US" altLang="zh-CN" sz="10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sp>
              <p:nvSpPr>
                <p:cNvPr id="433" name="矩形 432"/>
                <p:cNvSpPr/>
                <p:nvPr/>
              </p:nvSpPr>
              <p:spPr>
                <a:xfrm flipV="1">
                  <a:off x="12648" y="6167"/>
                  <a:ext cx="454" cy="106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 w="6350">
                  <a:solidFill>
                    <a:schemeClr val="accent2">
                      <a:lumMod val="75000"/>
                    </a:schemeClr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p>
                  <a:pPr algn="ctr"/>
                  <a:r>
                    <a:rPr lang="en-US" altLang="zh-CN" sz="1000">
                      <a:solidFill>
                        <a:schemeClr val="tx1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Norm</a:t>
                  </a:r>
                  <a:endParaRPr lang="en-US" altLang="zh-CN" sz="10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sp>
              <p:nvSpPr>
                <p:cNvPr id="434" name="矩形 433"/>
                <p:cNvSpPr/>
                <p:nvPr/>
              </p:nvSpPr>
              <p:spPr>
                <a:xfrm flipV="1">
                  <a:off x="12534" y="5691"/>
                  <a:ext cx="680" cy="121"/>
                </a:xfrm>
                <a:prstGeom prst="rect">
                  <a:avLst/>
                </a:prstGeom>
                <a:solidFill>
                  <a:srgbClr val="F1D8F9"/>
                </a:solidFill>
                <a:ln w="6350">
                  <a:solidFill>
                    <a:srgbClr val="C136CE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p>
                  <a:pPr algn="ctr"/>
                  <a:r>
                    <a:rPr lang="en-US" altLang="zh-CN" sz="1000">
                      <a:solidFill>
                        <a:schemeClr val="tx1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MLP</a:t>
                  </a:r>
                  <a:endParaRPr lang="en-US" altLang="zh-CN" sz="10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</p:grpSp>
          <p:grpSp>
            <p:nvGrpSpPr>
              <p:cNvPr id="435" name="组合 434"/>
              <p:cNvGrpSpPr/>
              <p:nvPr/>
            </p:nvGrpSpPr>
            <p:grpSpPr>
              <a:xfrm rot="0" flipV="1">
                <a:off x="4640" y="4328"/>
                <a:ext cx="1235" cy="1462"/>
                <a:chOff x="12469" y="5450"/>
                <a:chExt cx="814" cy="672"/>
              </a:xfrm>
            </p:grpSpPr>
            <p:sp>
              <p:nvSpPr>
                <p:cNvPr id="436" name="矩形 435"/>
                <p:cNvSpPr/>
                <p:nvPr/>
              </p:nvSpPr>
              <p:spPr>
                <a:xfrm>
                  <a:off x="12469" y="5450"/>
                  <a:ext cx="814" cy="672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6350">
                  <a:solidFill>
                    <a:srgbClr val="44546A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p>
                  <a:pPr algn="ctr"/>
                  <a:endParaRPr lang="en-US" altLang="zh-CN" sz="9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37" name="矩形 436"/>
                <p:cNvSpPr/>
                <p:nvPr/>
              </p:nvSpPr>
              <p:spPr>
                <a:xfrm flipV="1">
                  <a:off x="12648" y="5646"/>
                  <a:ext cx="454" cy="106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 w="6350">
                  <a:solidFill>
                    <a:schemeClr val="accent2">
                      <a:lumMod val="75000"/>
                    </a:schemeClr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p>
                  <a:pPr algn="ctr"/>
                  <a:r>
                    <a:rPr lang="en-US" altLang="zh-CN" sz="1000">
                      <a:solidFill>
                        <a:schemeClr val="tx1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Norm</a:t>
                  </a:r>
                  <a:endParaRPr lang="en-US" altLang="zh-CN" sz="10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sp>
              <p:nvSpPr>
                <p:cNvPr id="438" name="矩形 437"/>
                <p:cNvSpPr/>
                <p:nvPr/>
              </p:nvSpPr>
              <p:spPr>
                <a:xfrm flipV="1">
                  <a:off x="12535" y="5786"/>
                  <a:ext cx="680" cy="121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6350">
                  <a:solidFill>
                    <a:schemeClr val="accent1">
                      <a:lumMod val="75000"/>
                    </a:schemeClr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p>
                  <a:pPr algn="ctr"/>
                  <a:r>
                    <a:rPr lang="en-US" altLang="zh-CN" sz="1000">
                      <a:solidFill>
                        <a:schemeClr val="tx1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Attention</a:t>
                  </a:r>
                  <a:endParaRPr lang="en-US" altLang="zh-CN" sz="10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sp>
              <p:nvSpPr>
                <p:cNvPr id="439" name="矩形 438"/>
                <p:cNvSpPr/>
                <p:nvPr/>
              </p:nvSpPr>
              <p:spPr>
                <a:xfrm flipV="1">
                  <a:off x="12648" y="5966"/>
                  <a:ext cx="454" cy="106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 w="6350">
                  <a:solidFill>
                    <a:schemeClr val="accent2">
                      <a:lumMod val="75000"/>
                    </a:schemeClr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p>
                  <a:pPr algn="ctr"/>
                  <a:r>
                    <a:rPr lang="en-US" altLang="zh-CN" sz="1000">
                      <a:solidFill>
                        <a:schemeClr val="tx1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Norm</a:t>
                  </a:r>
                  <a:endParaRPr lang="en-US" altLang="zh-CN" sz="10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sp>
              <p:nvSpPr>
                <p:cNvPr id="440" name="矩形 439"/>
                <p:cNvSpPr/>
                <p:nvPr/>
              </p:nvSpPr>
              <p:spPr>
                <a:xfrm flipV="1">
                  <a:off x="12535" y="5501"/>
                  <a:ext cx="680" cy="121"/>
                </a:xfrm>
                <a:prstGeom prst="rect">
                  <a:avLst/>
                </a:prstGeom>
                <a:solidFill>
                  <a:srgbClr val="F1D8F9"/>
                </a:solidFill>
                <a:ln w="6350">
                  <a:solidFill>
                    <a:srgbClr val="C136CE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p>
                  <a:pPr algn="ctr"/>
                  <a:r>
                    <a:rPr lang="en-US" altLang="zh-CN" sz="1000">
                      <a:solidFill>
                        <a:schemeClr val="tx1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MLP</a:t>
                  </a:r>
                  <a:endParaRPr lang="en-US" altLang="zh-CN" sz="10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</p:grpSp>
          <p:cxnSp>
            <p:nvCxnSpPr>
              <p:cNvPr id="441" name="曲线连接符 440"/>
              <p:cNvCxnSpPr>
                <a:stCxn id="432" idx="3"/>
                <a:endCxn id="446" idx="0"/>
              </p:cNvCxnSpPr>
              <p:nvPr/>
            </p:nvCxnSpPr>
            <p:spPr>
              <a:xfrm>
                <a:off x="5772" y="2733"/>
                <a:ext cx="740" cy="917"/>
              </a:xfrm>
              <a:prstGeom prst="curvedConnector3">
                <a:avLst>
                  <a:gd name="adj1" fmla="val 50000"/>
                </a:avLst>
              </a:prstGeom>
              <a:ln w="12700">
                <a:solidFill>
                  <a:schemeClr val="tx2"/>
                </a:solidFill>
                <a:prstDash val="sysDot"/>
                <a:tailEnd type="triangle" w="sm" len="lg"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42" name="直接箭头连接符 441"/>
              <p:cNvCxnSpPr>
                <a:stCxn id="434" idx="3"/>
                <a:endCxn id="446" idx="0"/>
              </p:cNvCxnSpPr>
              <p:nvPr/>
            </p:nvCxnSpPr>
            <p:spPr>
              <a:xfrm>
                <a:off x="5770" y="3435"/>
                <a:ext cx="742" cy="215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prstDash val="solid"/>
                <a:tailEnd type="triangle" w="sm" len="lg"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43" name="曲线连接符 442"/>
              <p:cNvCxnSpPr>
                <a:stCxn id="438" idx="3"/>
                <a:endCxn id="446" idx="0"/>
              </p:cNvCxnSpPr>
              <p:nvPr/>
            </p:nvCxnSpPr>
            <p:spPr>
              <a:xfrm flipV="1">
                <a:off x="5772" y="3650"/>
                <a:ext cx="740" cy="1277"/>
              </a:xfrm>
              <a:prstGeom prst="curvedConnector3">
                <a:avLst>
                  <a:gd name="adj1" fmla="val 35675"/>
                </a:avLst>
              </a:prstGeom>
              <a:ln w="12700">
                <a:solidFill>
                  <a:schemeClr val="tx2"/>
                </a:solidFill>
                <a:prstDash val="sysDot"/>
                <a:tailEnd type="triangle" w="sm" len="lg"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44" name="直接箭头连接符 443"/>
              <p:cNvCxnSpPr>
                <a:stCxn id="440" idx="3"/>
              </p:cNvCxnSpPr>
              <p:nvPr/>
            </p:nvCxnSpPr>
            <p:spPr>
              <a:xfrm flipV="1">
                <a:off x="5772" y="3606"/>
                <a:ext cx="732" cy="1941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prstDash val="solid"/>
                <a:tailEnd type="triangle" w="sm" len="lg"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445" name="右箭头 444"/>
              <p:cNvSpPr/>
              <p:nvPr/>
            </p:nvSpPr>
            <p:spPr>
              <a:xfrm rot="5400000">
                <a:off x="5191" y="3630"/>
                <a:ext cx="120" cy="315"/>
              </a:xfrm>
              <a:prstGeom prst="rightArrow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6350"/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47" name="矩形 446"/>
              <p:cNvSpPr/>
              <p:nvPr/>
            </p:nvSpPr>
            <p:spPr>
              <a:xfrm>
                <a:off x="4016" y="6393"/>
                <a:ext cx="1816" cy="407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4">
                        <a:lumMod val="20000"/>
                        <a:lumOff val="80000"/>
                      </a:schemeClr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wrap="none" rtlCol="0" anchor="ctr"/>
              <a:p>
                <a:pPr algn="ctr"/>
                <a:r>
                  <a:rPr lang="en-US" altLang="zh-CN" sz="10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Sampling_params</a:t>
                </a:r>
                <a:endParaRPr lang="en-US" altLang="zh-CN" sz="10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450" name="矩形 449"/>
              <p:cNvSpPr/>
              <p:nvPr/>
            </p:nvSpPr>
            <p:spPr>
              <a:xfrm>
                <a:off x="4637" y="1649"/>
                <a:ext cx="1237" cy="306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4">
                        <a:lumMod val="20000"/>
                        <a:lumOff val="80000"/>
                      </a:schemeClr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wrap="none" rtlCol="0" anchor="ctr"/>
              <a:p>
                <a:pPr algn="ctr"/>
                <a:r>
                  <a:rPr lang="en-US" altLang="zh-CN" sz="10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Prompt</a:t>
                </a:r>
                <a:endParaRPr lang="en-US" altLang="zh-CN" sz="10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452" name="右箭头 451"/>
              <p:cNvSpPr/>
              <p:nvPr/>
            </p:nvSpPr>
            <p:spPr>
              <a:xfrm rot="5400000">
                <a:off x="5196" y="1951"/>
                <a:ext cx="120" cy="315"/>
              </a:xfrm>
              <a:prstGeom prst="rightArrow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6350"/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65" name="左大括号 464"/>
              <p:cNvSpPr/>
              <p:nvPr/>
            </p:nvSpPr>
            <p:spPr>
              <a:xfrm>
                <a:off x="4402" y="2205"/>
                <a:ext cx="139" cy="1433"/>
              </a:xfrm>
              <a:prstGeom prst="leftBrace">
                <a:avLst>
                  <a:gd name="adj1" fmla="val 51260"/>
                  <a:gd name="adj2" fmla="val 49916"/>
                </a:avLst>
              </a:prstGeom>
              <a:ln w="63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wrap="none" rtlCol="0" anchor="ctr"/>
              <a:p>
                <a:pPr algn="ctr"/>
                <a:endParaRPr lang="zh-CN" altLang="en-US" sz="1000">
                  <a:solidFill>
                    <a:schemeClr val="tx1"/>
                  </a:solidFill>
                </a:endParaRPr>
              </a:p>
            </p:txBody>
          </p:sp>
          <p:sp>
            <p:nvSpPr>
              <p:cNvPr id="466" name="左大括号 465"/>
              <p:cNvSpPr/>
              <p:nvPr/>
            </p:nvSpPr>
            <p:spPr>
              <a:xfrm>
                <a:off x="4402" y="4328"/>
                <a:ext cx="139" cy="1462"/>
              </a:xfrm>
              <a:prstGeom prst="leftBrace">
                <a:avLst>
                  <a:gd name="adj1" fmla="val 51260"/>
                  <a:gd name="adj2" fmla="val 49916"/>
                </a:avLst>
              </a:prstGeom>
              <a:ln w="63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wrap="none" rtlCol="0" anchor="ctr"/>
              <a:p>
                <a:pPr algn="ctr"/>
                <a:endParaRPr lang="zh-CN" altLang="en-US" sz="1000">
                  <a:solidFill>
                    <a:schemeClr val="tx1"/>
                  </a:solidFill>
                </a:endParaRPr>
              </a:p>
            </p:txBody>
          </p:sp>
          <p:sp>
            <p:nvSpPr>
              <p:cNvPr id="471" name="文本框 470"/>
              <p:cNvSpPr txBox="1"/>
              <p:nvPr/>
            </p:nvSpPr>
            <p:spPr>
              <a:xfrm>
                <a:off x="4636" y="3725"/>
                <a:ext cx="1236" cy="230"/>
              </a:xfrm>
              <a:prstGeom prst="rect">
                <a:avLst/>
              </a:prstGeom>
            </p:spPr>
            <p:txBody>
              <a:bodyPr wrap="square">
                <a:noAutofit/>
                <a:extLst>
                  <a:ext uri="{4A0BC546-FE56-4ADE-93B0-CB8AF2F6F144}">
                    <wpsdc:textFrameExt xmlns:wpsdc="http://www.wps.cn/officeDocument/2022/drawingmlCustomData" type="text"/>
                  </a:ext>
                </a:extLst>
              </a:bodyPr>
              <a:p>
                <a:pPr algn="ctr"/>
                <a:r>
                  <a:rPr lang="en-US" altLang="zh-CN" sz="1200" b="1">
                    <a:solidFill>
                      <a:schemeClr val="accent1"/>
                    </a:solidFill>
                    <a:latin typeface="Arial" panose="020B0604020202020204" pitchFamily="34" charset="0"/>
                    <a:ea typeface="微软雅黑" panose="020B0503020204020204" charset="-122"/>
                  </a:rPr>
                  <a:t>...</a:t>
                </a:r>
                <a:endParaRPr lang="en-US" altLang="zh-CN" sz="1200" b="1">
                  <a:solidFill>
                    <a:schemeClr val="accent1"/>
                  </a:solidFill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  <p:sp>
            <p:nvSpPr>
              <p:cNvPr id="467" name="右箭头 466"/>
              <p:cNvSpPr/>
              <p:nvPr/>
            </p:nvSpPr>
            <p:spPr>
              <a:xfrm rot="5400000">
                <a:off x="5196" y="4018"/>
                <a:ext cx="120" cy="315"/>
              </a:xfrm>
              <a:prstGeom prst="rightArrow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6350"/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59" name="直接箭头连接符 158"/>
              <p:cNvCxnSpPr>
                <a:stCxn id="447" idx="3"/>
                <a:endCxn id="150" idx="1"/>
              </p:cNvCxnSpPr>
              <p:nvPr/>
            </p:nvCxnSpPr>
            <p:spPr>
              <a:xfrm flipV="1">
                <a:off x="5832" y="5425"/>
                <a:ext cx="361" cy="1172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prstDash val="solid"/>
                <a:tailEnd type="triangle" w="sm" len="lg"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60" name="直接箭头连接符 159"/>
              <p:cNvCxnSpPr>
                <a:stCxn id="447" idx="3"/>
                <a:endCxn id="151" idx="1"/>
              </p:cNvCxnSpPr>
              <p:nvPr/>
            </p:nvCxnSpPr>
            <p:spPr>
              <a:xfrm flipV="1">
                <a:off x="5832" y="5958"/>
                <a:ext cx="361" cy="63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prstDash val="solid"/>
                <a:tailEnd type="triangle" w="sm" len="lg"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61" name="直接箭头连接符 160"/>
              <p:cNvCxnSpPr>
                <a:stCxn id="447" idx="3"/>
                <a:endCxn id="152" idx="1"/>
              </p:cNvCxnSpPr>
              <p:nvPr/>
            </p:nvCxnSpPr>
            <p:spPr>
              <a:xfrm flipV="1">
                <a:off x="5832" y="6540"/>
                <a:ext cx="361" cy="57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prstDash val="solid"/>
                <a:tailEnd type="triangle" w="sm" len="lg"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62" name="直接箭头连接符 161"/>
              <p:cNvCxnSpPr>
                <a:stCxn id="447" idx="3"/>
                <a:endCxn id="153" idx="1"/>
              </p:cNvCxnSpPr>
              <p:nvPr/>
            </p:nvCxnSpPr>
            <p:spPr>
              <a:xfrm>
                <a:off x="5832" y="6597"/>
                <a:ext cx="361" cy="454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prstDash val="solid"/>
                <a:tailEnd type="triangle" w="sm" len="lg"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203" name="文本框 202"/>
              <p:cNvSpPr txBox="1"/>
              <p:nvPr/>
            </p:nvSpPr>
            <p:spPr>
              <a:xfrm>
                <a:off x="3679" y="2147"/>
                <a:ext cx="615" cy="1212"/>
              </a:xfrm>
              <a:prstGeom prst="rect">
                <a:avLst/>
              </a:prstGeom>
            </p:spPr>
            <p:txBody>
              <a:bodyPr vert="vert270" wrap="square">
                <a:noAutofit/>
                <a:extLst>
                  <a:ext uri="{4A0BC546-FE56-4ADE-93B0-CB8AF2F6F144}">
                    <wpsdc:textFrameExt xmlns:wpsdc="http://www.wps.cn/officeDocument/2022/drawingmlCustomData" type="text"/>
                  </a:ext>
                </a:extLst>
              </a:bodyPr>
              <a:p>
                <a:pPr algn="l"/>
                <a:r>
                  <a:rPr lang="en-US" altLang="zh-CN" sz="1400">
                    <a:latin typeface="微软雅黑" panose="020B0503020204020204" charset="-122"/>
                    <a:ea typeface="微软雅黑" panose="020B0503020204020204" charset="-122"/>
                  </a:rPr>
                  <a:t>Layer </a:t>
                </a:r>
                <a:r>
                  <a:rPr lang="en-US" altLang="zh-CN" sz="1400" baseline="-25000">
                    <a:latin typeface="微软雅黑" panose="020B0503020204020204" charset="-122"/>
                    <a:ea typeface="微软雅黑" panose="020B0503020204020204" charset="-122"/>
                  </a:rPr>
                  <a:t>1</a:t>
                </a:r>
                <a:endParaRPr lang="en-US" altLang="zh-CN" sz="1400" baseline="-2500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205" name="文本框 204"/>
              <p:cNvSpPr txBox="1"/>
              <p:nvPr/>
            </p:nvSpPr>
            <p:spPr>
              <a:xfrm>
                <a:off x="3679" y="4290"/>
                <a:ext cx="615" cy="1212"/>
              </a:xfrm>
              <a:prstGeom prst="rect">
                <a:avLst/>
              </a:prstGeom>
            </p:spPr>
            <p:txBody>
              <a:bodyPr vert="vert270" wrap="square">
                <a:noAutofit/>
                <a:extLst>
                  <a:ext uri="{4A0BC546-FE56-4ADE-93B0-CB8AF2F6F144}">
                    <wpsdc:textFrameExt xmlns:wpsdc="http://www.wps.cn/officeDocument/2022/drawingmlCustomData" type="text"/>
                  </a:ext>
                </a:extLst>
              </a:bodyPr>
              <a:p>
                <a:pPr algn="l"/>
                <a:r>
                  <a:rPr lang="en-US" altLang="zh-CN" sz="1400">
                    <a:latin typeface="微软雅黑" panose="020B0503020204020204" charset="-122"/>
                    <a:ea typeface="微软雅黑" panose="020B0503020204020204" charset="-122"/>
                  </a:rPr>
                  <a:t>Layer</a:t>
                </a:r>
                <a:r>
                  <a:rPr lang="en-US" altLang="zh-CN" sz="1400" baseline="-25000">
                    <a:latin typeface="微软雅黑" panose="020B0503020204020204" charset="-122"/>
                    <a:ea typeface="微软雅黑" panose="020B0503020204020204" charset="-122"/>
                  </a:rPr>
                  <a:t> N</a:t>
                </a:r>
                <a:endParaRPr lang="en-US" altLang="zh-CN" sz="1400" baseline="-2500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19.2,&quot;left&quot;:149.5,&quot;top&quot;:170,&quot;width&quot;:249.85}"/>
</p:tagLst>
</file>

<file path=ppt/tags/tag2.xml><?xml version="1.0" encoding="utf-8"?>
<p:tagLst xmlns:p="http://schemas.openxmlformats.org/presentationml/2006/main">
  <p:tag name="KSO_WM_DIAGRAM_VIRTUALLY_FRAME" val="{&quot;height&quot;:319.2,&quot;left&quot;:149.5,&quot;top&quot;:170,&quot;width&quot;:249.85}"/>
</p:tagLst>
</file>

<file path=ppt/tags/tag3.xml><?xml version="1.0" encoding="utf-8"?>
<p:tagLst xmlns:p="http://schemas.openxmlformats.org/presentationml/2006/main">
  <p:tag name="KSO_WM_DIAGRAM_VIRTUALLY_FRAME" val="{&quot;height&quot;:319.2,&quot;left&quot;:149.5,&quot;top&quot;:170,&quot;width&quot;:249.85}"/>
</p:tagLst>
</file>

<file path=ppt/tags/tag4.xml><?xml version="1.0" encoding="utf-8"?>
<p:tagLst xmlns:p="http://schemas.openxmlformats.org/presentationml/2006/main">
  <p:tag name="KSO_WM_DIAGRAM_VIRTUALLY_FRAME" val="{&quot;height&quot;:319.2,&quot;left&quot;:149.5,&quot;top&quot;:170,&quot;width&quot;:249.85}"/>
</p:tagLst>
</file>

<file path=ppt/tags/tag5.xml><?xml version="1.0" encoding="utf-8"?>
<p:tagLst xmlns:p="http://schemas.openxmlformats.org/presentationml/2006/main">
  <p:tag name="KSO_WM_DIAGRAM_VIRTUALLY_FRAME" val="{&quot;height&quot;:319.2,&quot;left&quot;:149.5,&quot;top&quot;:170,&quot;width&quot;:249.85}"/>
</p:tagLst>
</file>

<file path=ppt/tags/tag6.xml><?xml version="1.0" encoding="utf-8"?>
<p:tagLst xmlns:p="http://schemas.openxmlformats.org/presentationml/2006/main">
  <p:tag name="KSO_WM_DIAGRAM_VIRTUALLY_FRAME" val="{&quot;height&quot;:319.2,&quot;left&quot;:149.5,&quot;top&quot;:170,&quot;width&quot;:249.85}"/>
</p:tagLst>
</file>

<file path=ppt/tags/tag7.xml><?xml version="1.0" encoding="utf-8"?>
<p:tagLst xmlns:p="http://schemas.openxmlformats.org/presentationml/2006/main">
  <p:tag name="KSO_WM_DIAGRAM_VIRTUALLY_FRAME" val="{&quot;height&quot;:319.2,&quot;left&quot;:149.5,&quot;top&quot;:170,&quot;width&quot;:249.85}"/>
</p:tagLst>
</file>

<file path=ppt/tags/tag8.xml><?xml version="1.0" encoding="utf-8"?>
<p:tagLst xmlns:p="http://schemas.openxmlformats.org/presentationml/2006/main">
  <p:tag name="KSO_WM_DIAGRAM_VIRTUALLY_FRAME" val="{&quot;height&quot;:319.2,&quot;left&quot;:149.5,&quot;top&quot;:170,&quot;width&quot;:249.85}"/>
</p:tagLst>
</file>

<file path=ppt/tags/tag9.xml><?xml version="1.0" encoding="utf-8"?>
<p:tagLst xmlns:p="http://schemas.openxmlformats.org/presentationml/2006/main">
  <p:tag name="KSO_WM_DIAGRAM_VIRTUALLY_FRAME" val="{&quot;height&quot;:319.2,&quot;left&quot;:149.5,&quot;top&quot;:170,&quot;width&quot;:249.85}"/>
</p:tagLst>
</file>

<file path=ppt/tags/tag10.xml><?xml version="1.0" encoding="utf-8"?>
<p:tagLst xmlns:p="http://schemas.openxmlformats.org/presentationml/2006/main">
  <p:tag name="KSO_WM_DIAGRAM_VIRTUALLY_FRAME" val="{&quot;height&quot;:319.2,&quot;left&quot;:149.5,&quot;top&quot;:170,&quot;width&quot;:249.85}"/>
</p:tagLst>
</file>

<file path=ppt/tags/tag11.xml><?xml version="1.0" encoding="utf-8"?>
<p:tagLst xmlns:p="http://schemas.openxmlformats.org/presentationml/2006/main">
  <p:tag name="KSO_WM_DIAGRAM_VIRTUALLY_FRAME" val="{&quot;height&quot;:319.2,&quot;left&quot;:149.5,&quot;top&quot;:170,&quot;width&quot;:249.85}"/>
</p:tagLst>
</file>

<file path=ppt/tags/tag12.xml><?xml version="1.0" encoding="utf-8"?>
<p:tagLst xmlns:p="http://schemas.openxmlformats.org/presentationml/2006/main">
  <p:tag name="KSO_WM_DIAGRAM_VIRTUALLY_FRAME" val="{&quot;height&quot;:319.2,&quot;left&quot;:149.5,&quot;top&quot;:170,&quot;width&quot;:249.85}"/>
</p:tagLst>
</file>

<file path=ppt/tags/tag13.xml><?xml version="1.0" encoding="utf-8"?>
<p:tagLst xmlns:p="http://schemas.openxmlformats.org/presentationml/2006/main">
  <p:tag name="KSO_WM_DIAGRAM_VIRTUALLY_FRAME" val="{&quot;height&quot;:319.2,&quot;left&quot;:149.5,&quot;top&quot;:170,&quot;width&quot;:249.85}"/>
</p:tagLst>
</file>

<file path=ppt/tags/tag14.xml><?xml version="1.0" encoding="utf-8"?>
<p:tagLst xmlns:p="http://schemas.openxmlformats.org/presentationml/2006/main">
  <p:tag name="KSO_WM_DIAGRAM_VIRTUALLY_FRAME" val="{&quot;height&quot;:319.2,&quot;left&quot;:149.5,&quot;top&quot;:170,&quot;width&quot;:249.85}"/>
</p:tagLst>
</file>

<file path=ppt/tags/tag15.xml><?xml version="1.0" encoding="utf-8"?>
<p:tagLst xmlns:p="http://schemas.openxmlformats.org/presentationml/2006/main">
  <p:tag name="KSO_WM_DIAGRAM_VIRTUALLY_FRAME" val="{&quot;height&quot;:319.2,&quot;left&quot;:149.5,&quot;top&quot;:170,&quot;width&quot;:249.85}"/>
</p:tagLst>
</file>

<file path=ppt/tags/tag16.xml><?xml version="1.0" encoding="utf-8"?>
<p:tagLst xmlns:p="http://schemas.openxmlformats.org/presentationml/2006/main">
  <p:tag name="KSO_WM_DIAGRAM_VIRTUALLY_FRAME" val="{&quot;height&quot;:319.2,&quot;left&quot;:149.5,&quot;top&quot;:170,&quot;width&quot;:249.85}"/>
</p:tagLst>
</file>

<file path=ppt/tags/tag17.xml><?xml version="1.0" encoding="utf-8"?>
<p:tagLst xmlns:p="http://schemas.openxmlformats.org/presentationml/2006/main">
  <p:tag name="KSO_WM_DIAGRAM_VIRTUALLY_FRAME" val="{&quot;height&quot;:319.2,&quot;left&quot;:149.5,&quot;top&quot;:170,&quot;width&quot;:249.85}"/>
</p:tagLst>
</file>

<file path=ppt/tags/tag18.xml><?xml version="1.0" encoding="utf-8"?>
<p:tagLst xmlns:p="http://schemas.openxmlformats.org/presentationml/2006/main">
  <p:tag name="KSO_WM_DIAGRAM_VIRTUALLY_FRAME" val="{&quot;height&quot;:319.2,&quot;left&quot;:149.5,&quot;top&quot;:170,&quot;width&quot;:249.85}"/>
</p:tagLst>
</file>

<file path=ppt/tags/tag19.xml><?xml version="1.0" encoding="utf-8"?>
<p:tagLst xmlns:p="http://schemas.openxmlformats.org/presentationml/2006/main">
  <p:tag name="KSO_WM_DIAGRAM_VIRTUALLY_FRAME" val="{&quot;height&quot;:319.2,&quot;left&quot;:149.5,&quot;top&quot;:170,&quot;width&quot;:249.85}"/>
</p:tagLst>
</file>

<file path=ppt/tags/tag20.xml><?xml version="1.0" encoding="utf-8"?>
<p:tagLst xmlns:p="http://schemas.openxmlformats.org/presentationml/2006/main">
  <p:tag name="KSO_WM_DIAGRAM_VIRTUALLY_FRAME" val="{&quot;height&quot;:319.2,&quot;left&quot;:149.5,&quot;top&quot;:170,&quot;width&quot;:249.85}"/>
</p:tagLst>
</file>

<file path=ppt/tags/tag21.xml><?xml version="1.0" encoding="utf-8"?>
<p:tagLst xmlns:p="http://schemas.openxmlformats.org/presentationml/2006/main">
  <p:tag name="KSO_WM_DIAGRAM_VIRTUALLY_FRAME" val="{&quot;height&quot;:319.2,&quot;left&quot;:149.5,&quot;top&quot;:170,&quot;width&quot;:249.85}"/>
</p:tagLst>
</file>

<file path=ppt/tags/tag22.xml><?xml version="1.0" encoding="utf-8"?>
<p:tagLst xmlns:p="http://schemas.openxmlformats.org/presentationml/2006/main">
  <p:tag name="KSO_WM_DIAGRAM_VIRTUALLY_FRAME" val="{&quot;height&quot;:319.2,&quot;left&quot;:149.5,&quot;top&quot;:170,&quot;width&quot;:249.85}"/>
</p:tagLst>
</file>

<file path=ppt/tags/tag23.xml><?xml version="1.0" encoding="utf-8"?>
<p:tagLst xmlns:p="http://schemas.openxmlformats.org/presentationml/2006/main">
  <p:tag name="KSO_WM_DIAGRAM_VIRTUALLY_FRAME" val="{&quot;height&quot;:319.2,&quot;left&quot;:149.5,&quot;top&quot;:170,&quot;width&quot;:249.85}"/>
</p:tagLst>
</file>

<file path=ppt/tags/tag24.xml><?xml version="1.0" encoding="utf-8"?>
<p:tagLst xmlns:p="http://schemas.openxmlformats.org/presentationml/2006/main">
  <p:tag name="KSO_WM_DIAGRAM_VIRTUALLY_FRAME" val="{&quot;height&quot;:319.2,&quot;left&quot;:149.5,&quot;top&quot;:170,&quot;width&quot;:249.85}"/>
</p:tagLst>
</file>

<file path=ppt/tags/tag25.xml><?xml version="1.0" encoding="utf-8"?>
<p:tagLst xmlns:p="http://schemas.openxmlformats.org/presentationml/2006/main">
  <p:tag name="KSO_WM_DIAGRAM_VIRTUALLY_FRAME" val="{&quot;height&quot;:319.2,&quot;left&quot;:149.5,&quot;top&quot;:170,&quot;width&quot;:249.85}"/>
</p:tagLst>
</file>

<file path=ppt/tags/tag26.xml><?xml version="1.0" encoding="utf-8"?>
<p:tagLst xmlns:p="http://schemas.openxmlformats.org/presentationml/2006/main">
  <p:tag name="KSO_WM_DIAGRAM_VIRTUALLY_FRAME" val="{&quot;height&quot;:319.2,&quot;left&quot;:149.5,&quot;top&quot;:170,&quot;width&quot;:249.85}"/>
</p:tagLst>
</file>

<file path=ppt/tags/tag27.xml><?xml version="1.0" encoding="utf-8"?>
<p:tagLst xmlns:p="http://schemas.openxmlformats.org/presentationml/2006/main">
  <p:tag name="KSO_WM_DIAGRAM_VIRTUALLY_FRAME" val="{&quot;height&quot;:319.2,&quot;left&quot;:149.5,&quot;top&quot;:170,&quot;width&quot;:249.85}"/>
</p:tagLst>
</file>

<file path=ppt/tags/tag28.xml><?xml version="1.0" encoding="utf-8"?>
<p:tagLst xmlns:p="http://schemas.openxmlformats.org/presentationml/2006/main">
  <p:tag name="KSO_WM_DIAGRAM_VIRTUALLY_FRAME" val="{&quot;height&quot;:319.2,&quot;left&quot;:149.5,&quot;top&quot;:170,&quot;width&quot;:249.85}"/>
</p:tagLst>
</file>

<file path=ppt/tags/tag29.xml><?xml version="1.0" encoding="utf-8"?>
<p:tagLst xmlns:p="http://schemas.openxmlformats.org/presentationml/2006/main">
  <p:tag name="KSO_WM_DIAGRAM_VIRTUALLY_FRAME" val="{&quot;height&quot;:319.2,&quot;left&quot;:149.5,&quot;top&quot;:170,&quot;width&quot;:249.85}"/>
</p:tagLst>
</file>

<file path=ppt/tags/tag30.xml><?xml version="1.0" encoding="utf-8"?>
<p:tagLst xmlns:p="http://schemas.openxmlformats.org/presentationml/2006/main">
  <p:tag name="resource_record_key" val="{&quot;10&quot;:[21557316,21579367,50044351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551</Words>
  <Application>WPS 演示</Application>
  <PresentationFormat>宽屏</PresentationFormat>
  <Paragraphs>148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9" baseType="lpstr">
      <vt:lpstr>Arial</vt:lpstr>
      <vt:lpstr>宋体</vt:lpstr>
      <vt:lpstr>Wingdings</vt:lpstr>
      <vt:lpstr>微软雅黑</vt:lpstr>
      <vt:lpstr>Calibri</vt:lpstr>
      <vt:lpstr>Arial Unicode MS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王涛</cp:lastModifiedBy>
  <cp:revision>88</cp:revision>
  <dcterms:created xsi:type="dcterms:W3CDTF">2023-08-09T12:44:00Z</dcterms:created>
  <dcterms:modified xsi:type="dcterms:W3CDTF">2026-07-30T13:01:47Z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8BE3948D281249A28DEC019892FF6E75_13</vt:lpwstr>
  </property>
</Properties>
</file>