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5"/>
  </p:notesMasterIdLst>
  <p:handoutMasterIdLst>
    <p:handoutMasterId r:id="rId7"/>
  </p:handoutMasterIdLst>
  <p:sldIdLst>
    <p:sldId id="817" r:id="rId4"/>
    <p:sldId id="818" r:id="rId6"/>
  </p:sldIdLst>
  <p:sldSz cx="9144000" cy="6858000" type="screen4x3"/>
  <p:notesSz cx="6797675" cy="99282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2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ng Gu" initials="QG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2F2"/>
    <a:srgbClr val="9DC3E6"/>
    <a:srgbClr val="7054D5"/>
    <a:srgbClr val="F05121"/>
    <a:srgbClr val="00719A"/>
    <a:srgbClr val="1B709C"/>
    <a:srgbClr val="2B6F9F"/>
    <a:srgbClr val="1593C0"/>
    <a:srgbClr val="3092C3"/>
    <a:srgbClr val="3773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92269" autoAdjust="0"/>
  </p:normalViewPr>
  <p:slideViewPr>
    <p:cSldViewPr showGuides="1">
      <p:cViewPr varScale="1">
        <p:scale>
          <a:sx n="103" d="100"/>
          <a:sy n="103" d="100"/>
        </p:scale>
        <p:origin x="1566" y="120"/>
      </p:cViewPr>
      <p:guideLst>
        <p:guide orient="horz" pos="2292"/>
        <p:guide pos="28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7" d="100"/>
          <a:sy n="107" d="100"/>
        </p:scale>
        <p:origin x="3224" y="192"/>
      </p:cViewPr>
      <p:guideLst>
        <p:guide orient="horz" pos="3318"/>
        <p:guide pos="21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241AEF9-C369-44D9-9F95-CB19CE4AECFF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13FA147-86FF-4FF8-826B-27CA5DC706FB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E1534DD-9E32-4359-B6FA-F31DB6A6A9FC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39838"/>
            <a:ext cx="4467225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4" y="9430092"/>
            <a:ext cx="2945659" cy="49813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56D31CFA-A42B-4DB3-841C-7CD1302F567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74904" y="645333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1415BE46-C10A-41B7-8207-D68D04A8AE2B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5" name="标题 1"/>
          <p:cNvSpPr txBox="1"/>
          <p:nvPr userDrawn="1"/>
        </p:nvSpPr>
        <p:spPr>
          <a:xfrm>
            <a:off x="69676" y="-23614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28600" indent="-228600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p"/>
              <a:defRPr/>
            </a:lvl1pPr>
            <a:lvl2pPr marL="685800" indent="-228600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lvl2pPr>
            <a:lvl3pPr marL="1143000" indent="-228600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l"/>
              <a:defRPr/>
            </a:lvl3pPr>
            <a:lvl4pPr marL="1600200" indent="-228600">
              <a:buClr>
                <a:srgbClr val="256FB9"/>
              </a:buClr>
              <a:buFont typeface="Wingdings" panose="05000000000000000000" pitchFamily="2" charset="2"/>
              <a:buChar char="p"/>
              <a:defRPr/>
            </a:lvl4pPr>
            <a:lvl5pPr marL="2057400" indent="-228600">
              <a:buClr>
                <a:srgbClr val="256FB9"/>
              </a:buClr>
              <a:buFont typeface="Wingdings" panose="05000000000000000000" pitchFamily="2" charset="2"/>
              <a:buChar char="p"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74904" y="645333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1415BE46-C10A-41B7-8207-D68D04A8AE2B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 txBox="1"/>
          <p:nvPr userDrawn="1"/>
        </p:nvSpPr>
        <p:spPr>
          <a:xfrm>
            <a:off x="6974904" y="645333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1415BE46-C10A-41B7-8207-D68D04A8AE2B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69676" y="-23614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574897" y="1196752"/>
            <a:ext cx="7886700" cy="4968552"/>
          </a:xfrm>
        </p:spPr>
        <p:txBody>
          <a:bodyPr/>
          <a:lstStyle>
            <a:lvl1pPr marL="228600" indent="-228600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p"/>
              <a:defRPr/>
            </a:lvl1pPr>
            <a:lvl2pPr marL="685800" indent="-228600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lvl2pPr>
            <a:lvl3pPr marL="1143000" indent="-228600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l"/>
              <a:defRPr/>
            </a:lvl3pPr>
            <a:lvl4pPr marL="1600200" indent="-228600">
              <a:buClr>
                <a:srgbClr val="256FB9"/>
              </a:buClr>
              <a:buFont typeface="Wingdings" panose="05000000000000000000" pitchFamily="2" charset="2"/>
              <a:buChar char="p"/>
              <a:defRPr/>
            </a:lvl4pPr>
            <a:lvl5pPr marL="2057400" indent="-228600">
              <a:buClr>
                <a:srgbClr val="256FB9"/>
              </a:buClr>
              <a:buFont typeface="Wingdings" panose="05000000000000000000" pitchFamily="2" charset="2"/>
              <a:buChar char="p"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3057632" y="223083"/>
            <a:ext cx="2882520" cy="469613"/>
            <a:chOff x="3857061" y="260648"/>
            <a:chExt cx="2882520" cy="469613"/>
          </a:xfrm>
        </p:grpSpPr>
        <p:sp>
          <p:nvSpPr>
            <p:cNvPr id="2" name="矩形 1"/>
            <p:cNvSpPr/>
            <p:nvPr userDrawn="1"/>
          </p:nvSpPr>
          <p:spPr>
            <a:xfrm>
              <a:off x="3857061" y="260648"/>
              <a:ext cx="28825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i="0" u="none" strike="noStrike" spc="100" baseline="0" dirty="0">
                  <a:solidFill>
                    <a:srgbClr val="2675BC"/>
                  </a:solidFill>
                  <a:effectLst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天津大学智能与计算学部</a:t>
              </a:r>
              <a:endParaRPr lang="zh-CN" altLang="en-US" b="1" i="0" u="none" strike="noStrike" spc="100" baseline="0" dirty="0">
                <a:solidFill>
                  <a:srgbClr val="2675BC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3" name="矩形 2"/>
            <p:cNvSpPr/>
            <p:nvPr userDrawn="1"/>
          </p:nvSpPr>
          <p:spPr>
            <a:xfrm>
              <a:off x="4030174" y="522147"/>
              <a:ext cx="2511329" cy="2081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b="1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Division</a:t>
              </a:r>
              <a:r>
                <a:rPr lang="zh-CN" altLang="en-US" sz="1200" b="1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 </a:t>
              </a:r>
              <a:r>
                <a:rPr lang="en-US" altLang="zh-CN" sz="1200" b="1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of</a:t>
              </a:r>
              <a:r>
                <a:rPr lang="zh-CN" altLang="en-US" sz="1200" b="1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 </a:t>
              </a:r>
              <a:r>
                <a:rPr lang="en-US" altLang="zh-CN" sz="1200" b="1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Intelligence</a:t>
              </a:r>
              <a:r>
                <a:rPr lang="zh-CN" altLang="en-US" sz="1200" b="1" i="0" u="none" strike="noStrike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 </a:t>
              </a:r>
              <a:r>
                <a:rPr lang="en-US" altLang="zh-CN" sz="1200" b="1" i="0" u="none" strike="noStrike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and</a:t>
              </a:r>
              <a:r>
                <a:rPr lang="zh-CN" altLang="en-US" sz="1200" b="1" i="0" u="none" strike="noStrike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 </a:t>
              </a:r>
              <a:r>
                <a:rPr lang="en-US" altLang="zh-CN" sz="1200" b="1" i="0" u="none" strike="noStrike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Computing</a:t>
              </a:r>
              <a:endParaRPr lang="zh-CN" altLang="en-US" sz="1200" b="1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alibri Light" panose="020F0302020204030204" pitchFamily="34" charset="0"/>
                <a:ea typeface="Cambria" panose="02040503050406030204" charset="0"/>
                <a:cs typeface="Cambria" panose="02040503050406030204" charset="0"/>
              </a:endParaRPr>
            </a:p>
          </p:txBody>
        </p:sp>
      </p:grpSp>
      <p:pic>
        <p:nvPicPr>
          <p:cNvPr id="1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4153"/>
            <a:ext cx="2155114" cy="46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177642" y="6378576"/>
            <a:ext cx="8187214" cy="422275"/>
          </a:xfrm>
        </p:spPr>
        <p:txBody>
          <a:bodyPr/>
          <a:lstStyle>
            <a:lvl1pPr algn="l">
              <a:defRPr sz="75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>
                <a:sym typeface="+mn-ea"/>
              </a:rPr>
              <a:t>[X] </a:t>
            </a:r>
            <a:r>
              <a:rPr lang="zh-CN" altLang="en-US">
                <a:sym typeface="+mn-ea"/>
              </a:rPr>
              <a:t>参考文献</a:t>
            </a:r>
            <a:r>
              <a:rPr lang="en-US" altLang="zh-CN">
                <a:sym typeface="+mn-ea"/>
              </a:rPr>
              <a:t>1</a:t>
            </a:r>
            <a:endParaRPr lang="en-US" altLang="zh-CN"/>
          </a:p>
          <a:p>
            <a:r>
              <a:rPr lang="en-US" altLang="zh-CN">
                <a:sym typeface="+mn-ea"/>
              </a:rPr>
              <a:t>[X] </a:t>
            </a:r>
            <a:r>
              <a:rPr lang="zh-CN" altLang="en-US">
                <a:sym typeface="+mn-ea"/>
              </a:rPr>
              <a:t>参考文献</a:t>
            </a:r>
            <a:r>
              <a:rPr lang="en-US" altLang="zh-CN">
                <a:sym typeface="+mn-ea"/>
              </a:rPr>
              <a:t>2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449628" y="6356351"/>
            <a:ext cx="553879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en-US" altLang="zh-CN"/>
          </a:p>
        </p:txBody>
      </p:sp>
      <p:cxnSp>
        <p:nvCxnSpPr>
          <p:cNvPr id="126" name="直接连接符 125"/>
          <p:cNvCxnSpPr/>
          <p:nvPr userDrawn="1"/>
        </p:nvCxnSpPr>
        <p:spPr>
          <a:xfrm>
            <a:off x="67236" y="611670"/>
            <a:ext cx="900599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7150" y="0"/>
            <a:ext cx="8843010" cy="610870"/>
          </a:xfrm>
        </p:spPr>
        <p:txBody>
          <a:bodyPr anchor="b" anchorCtr="0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zh-CN" altLang="en-US"/>
              <a:t>任务</a:t>
            </a:r>
            <a:r>
              <a:rPr lang="en-US" altLang="zh-CN"/>
              <a:t>X</a:t>
            </a:r>
            <a:r>
              <a:rPr lang="zh-CN" altLang="en-US"/>
              <a:t>：单击此处编辑母版标题样式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177641" y="1028700"/>
            <a:ext cx="4305300" cy="2340000"/>
          </a:xfrm>
        </p:spPr>
        <p:txBody>
          <a:bodyPr/>
          <a:lstStyle>
            <a:lvl1pPr marL="134620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/>
            </a:lvl1pPr>
            <a:lvl2pPr marL="351155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567055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>
                <a:solidFill>
                  <a:schemeClr val="bg1">
                    <a:lumMod val="50000"/>
                  </a:schemeClr>
                </a:solidFill>
              </a:defRPr>
            </a:lvl3pPr>
            <a:lvl4pPr marL="782955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>
                <a:solidFill>
                  <a:schemeClr val="bg1">
                    <a:lumMod val="50000"/>
                  </a:schemeClr>
                </a:solidFill>
              </a:defRPr>
            </a:lvl4pPr>
          </a:lstStyle>
          <a:p>
            <a:pPr lvl="0"/>
            <a:r>
              <a:rPr lang="zh-CN" altLang="en-US" dirty="0"/>
              <a:t>正文内容【高度自行调整】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4" hasCustomPrompt="1"/>
          </p:nvPr>
        </p:nvSpPr>
        <p:spPr>
          <a:xfrm>
            <a:off x="182880" y="672465"/>
            <a:ext cx="4300061" cy="312420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rgbClr val="C00000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/>
              <a:t>研究背景</a:t>
            </a:r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5" hasCustomPrompt="1"/>
          </p:nvPr>
        </p:nvSpPr>
        <p:spPr>
          <a:xfrm>
            <a:off x="177641" y="3806825"/>
            <a:ext cx="4305300" cy="2520000"/>
          </a:xfrm>
        </p:spPr>
        <p:txBody>
          <a:bodyPr/>
          <a:lstStyle>
            <a:lvl1pPr marL="134620" marR="0" lvl="0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1155" marR="0" lvl="1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7055" marR="0" lvl="2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82955" marR="0" lvl="3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zh-CN" altLang="en-US" dirty="0"/>
              <a:t>正文内容</a:t>
            </a:r>
            <a:r>
              <a:rPr lang="zh-CN" altLang="en-US" dirty="0">
                <a:sym typeface="+mn-ea"/>
              </a:rPr>
              <a:t>【高度自行调整】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" hasCustomPrompt="1"/>
          </p:nvPr>
        </p:nvSpPr>
        <p:spPr>
          <a:xfrm>
            <a:off x="182880" y="3450590"/>
            <a:ext cx="4300061" cy="312420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rgbClr val="C00000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/>
              <a:t>技术挑战</a:t>
            </a:r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idx="17" hasCustomPrompt="1"/>
          </p:nvPr>
        </p:nvSpPr>
        <p:spPr>
          <a:xfrm>
            <a:off x="4698206" y="1028700"/>
            <a:ext cx="4305300" cy="2340000"/>
          </a:xfrm>
        </p:spPr>
        <p:txBody>
          <a:bodyPr/>
          <a:lstStyle>
            <a:lvl1pPr marL="134620" marR="0" lvl="0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1155" marR="0" lvl="1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7055" marR="0" lvl="2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82955" marR="0" lvl="3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zh-CN" altLang="en-US" dirty="0">
                <a:sym typeface="+mn-ea"/>
              </a:rPr>
              <a:t>任务目标：一段话，包含至少两个技术目标【高度自行调整】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8" hasCustomPrompt="1"/>
          </p:nvPr>
        </p:nvSpPr>
        <p:spPr>
          <a:xfrm>
            <a:off x="4703446" y="672465"/>
            <a:ext cx="4300061" cy="312420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rgbClr val="C00000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/>
              <a:t>任务目标</a:t>
            </a:r>
            <a:endParaRPr lang="zh-CN" altLang="en-US"/>
          </a:p>
        </p:txBody>
      </p:sp>
      <p:sp>
        <p:nvSpPr>
          <p:cNvPr id="19" name="内容占位符 18"/>
          <p:cNvSpPr>
            <a:spLocks noGrp="1"/>
          </p:cNvSpPr>
          <p:nvPr>
            <p:ph idx="19" hasCustomPrompt="1"/>
          </p:nvPr>
        </p:nvSpPr>
        <p:spPr>
          <a:xfrm>
            <a:off x="4692968" y="3806825"/>
            <a:ext cx="4305300" cy="2520000"/>
          </a:xfrm>
        </p:spPr>
        <p:txBody>
          <a:bodyPr/>
          <a:lstStyle>
            <a:lvl1pPr marL="134620" marR="0" lvl="0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1155" marR="0" lvl="1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7055" marR="0" lvl="2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82955" marR="0" lvl="3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zh-CN" altLang="en-US" dirty="0">
                <a:sym typeface="+mn-ea"/>
              </a:rPr>
              <a:t>研究方案：两段话，内容专业【高度自行调整】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idx="20" hasCustomPrompt="1"/>
          </p:nvPr>
        </p:nvSpPr>
        <p:spPr>
          <a:xfrm>
            <a:off x="4698207" y="3450590"/>
            <a:ext cx="4300061" cy="312420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rgbClr val="C00000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/>
              <a:t>研究方案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177642" y="6378576"/>
            <a:ext cx="8187214" cy="422275"/>
          </a:xfrm>
        </p:spPr>
        <p:txBody>
          <a:bodyPr/>
          <a:lstStyle>
            <a:lvl1pPr algn="l">
              <a:defRPr sz="75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>
                <a:sym typeface="+mn-ea"/>
              </a:rPr>
              <a:t>[X] </a:t>
            </a:r>
            <a:r>
              <a:rPr lang="zh-CN" altLang="en-US">
                <a:sym typeface="+mn-ea"/>
              </a:rPr>
              <a:t>参考文献</a:t>
            </a:r>
            <a:r>
              <a:rPr lang="en-US" altLang="zh-CN">
                <a:sym typeface="+mn-ea"/>
              </a:rPr>
              <a:t>1</a:t>
            </a:r>
            <a:endParaRPr lang="en-US" altLang="zh-CN"/>
          </a:p>
          <a:p>
            <a:r>
              <a:rPr lang="en-US" altLang="zh-CN">
                <a:sym typeface="+mn-ea"/>
              </a:rPr>
              <a:t>[X] </a:t>
            </a:r>
            <a:r>
              <a:rPr lang="zh-CN" altLang="en-US">
                <a:sym typeface="+mn-ea"/>
              </a:rPr>
              <a:t>参考文献</a:t>
            </a:r>
            <a:r>
              <a:rPr lang="en-US" altLang="zh-CN">
                <a:sym typeface="+mn-ea"/>
              </a:rPr>
              <a:t>2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449628" y="6356351"/>
            <a:ext cx="553879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en-US" altLang="zh-CN"/>
          </a:p>
        </p:txBody>
      </p:sp>
      <p:cxnSp>
        <p:nvCxnSpPr>
          <p:cNvPr id="126" name="直接连接符 125"/>
          <p:cNvCxnSpPr/>
          <p:nvPr userDrawn="1"/>
        </p:nvCxnSpPr>
        <p:spPr>
          <a:xfrm>
            <a:off x="67236" y="611670"/>
            <a:ext cx="900599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7150" y="0"/>
            <a:ext cx="8843010" cy="610870"/>
          </a:xfrm>
        </p:spPr>
        <p:txBody>
          <a:bodyPr anchor="b" anchorCtr="0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zh-CN" altLang="en-US"/>
              <a:t>任务</a:t>
            </a:r>
            <a:r>
              <a:rPr lang="en-US" altLang="zh-CN"/>
              <a:t>X</a:t>
            </a:r>
            <a:r>
              <a:rPr lang="zh-CN" altLang="en-US"/>
              <a:t>：单击此处编辑母版标题样式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177641" y="1028700"/>
            <a:ext cx="4305300" cy="2340000"/>
          </a:xfrm>
        </p:spPr>
        <p:txBody>
          <a:bodyPr/>
          <a:lstStyle>
            <a:lvl1pPr marL="134620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/>
            </a:lvl1pPr>
            <a:lvl2pPr marL="351155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567055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>
                <a:solidFill>
                  <a:schemeClr val="bg1">
                    <a:lumMod val="50000"/>
                  </a:schemeClr>
                </a:solidFill>
              </a:defRPr>
            </a:lvl3pPr>
            <a:lvl4pPr marL="782955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>
                <a:solidFill>
                  <a:schemeClr val="bg1">
                    <a:lumMod val="50000"/>
                  </a:schemeClr>
                </a:solidFill>
              </a:defRPr>
            </a:lvl4pPr>
          </a:lstStyle>
          <a:p>
            <a:pPr lvl="0"/>
            <a:r>
              <a:rPr lang="zh-CN" altLang="en-US" dirty="0"/>
              <a:t>正文内容【高度自行调整】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4" hasCustomPrompt="1"/>
          </p:nvPr>
        </p:nvSpPr>
        <p:spPr>
          <a:xfrm>
            <a:off x="182880" y="672465"/>
            <a:ext cx="4300061" cy="312420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rgbClr val="C00000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/>
              <a:t>研究背景</a:t>
            </a:r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idx="17" hasCustomPrompt="1"/>
          </p:nvPr>
        </p:nvSpPr>
        <p:spPr>
          <a:xfrm>
            <a:off x="4698206" y="1028700"/>
            <a:ext cx="4305300" cy="2340000"/>
          </a:xfrm>
        </p:spPr>
        <p:txBody>
          <a:bodyPr/>
          <a:lstStyle>
            <a:lvl1pPr marL="134620" marR="0" lvl="0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1155" marR="0" lvl="1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7055" marR="0" lvl="2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82955" marR="0" lvl="3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zh-CN" altLang="en-US" dirty="0">
                <a:sym typeface="+mn-ea"/>
              </a:rPr>
              <a:t>任务目标：一段话，包含至少两个技术目标【高度自行调整】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8" hasCustomPrompt="1"/>
          </p:nvPr>
        </p:nvSpPr>
        <p:spPr>
          <a:xfrm>
            <a:off x="4703446" y="672465"/>
            <a:ext cx="4300061" cy="312420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rgbClr val="C00000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/>
              <a:t>任务目标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74904" y="645333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1415BE46-C10A-41B7-8207-D68D04A8AE2B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5" name="标题 1"/>
          <p:cNvSpPr txBox="1"/>
          <p:nvPr userDrawn="1"/>
        </p:nvSpPr>
        <p:spPr>
          <a:xfrm>
            <a:off x="69676" y="-23614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28600" indent="-228600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p"/>
              <a:defRPr/>
            </a:lvl1pPr>
            <a:lvl2pPr marL="685800" indent="-228600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lvl2pPr>
            <a:lvl3pPr marL="1143000" indent="-228600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l"/>
              <a:defRPr/>
            </a:lvl3pPr>
            <a:lvl4pPr marL="1600200" indent="-228600">
              <a:buClr>
                <a:srgbClr val="256FB9"/>
              </a:buClr>
              <a:buFont typeface="Wingdings" panose="05000000000000000000" pitchFamily="2" charset="2"/>
              <a:buChar char="p"/>
              <a:defRPr/>
            </a:lvl4pPr>
            <a:lvl5pPr marL="2057400" indent="-228600">
              <a:buClr>
                <a:srgbClr val="256FB9"/>
              </a:buClr>
              <a:buFont typeface="Wingdings" panose="05000000000000000000" pitchFamily="2" charset="2"/>
              <a:buChar char="p"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74904" y="645333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1415BE46-C10A-41B7-8207-D68D04A8AE2B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 txBox="1"/>
          <p:nvPr userDrawn="1"/>
        </p:nvSpPr>
        <p:spPr>
          <a:xfrm>
            <a:off x="6974904" y="645333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1415BE46-C10A-41B7-8207-D68D04A8AE2B}" type="slidenum">
              <a:rPr lang="zh-CN" altLang="en-US" sz="1800" smtClean="0">
                <a:solidFill>
                  <a:prstClr val="black"/>
                </a:solidFill>
              </a:rPr>
            </a:fld>
            <a:endParaRPr lang="zh-CN" altLang="en-US" sz="1800" dirty="0" smtClean="0">
              <a:solidFill>
                <a:prstClr val="black"/>
              </a:solidFill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69676" y="-23614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574897" y="1196752"/>
            <a:ext cx="7886700" cy="4968552"/>
          </a:xfrm>
        </p:spPr>
        <p:txBody>
          <a:bodyPr/>
          <a:lstStyle>
            <a:lvl1pPr marL="228600" indent="-228600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p"/>
              <a:defRPr/>
            </a:lvl1pPr>
            <a:lvl2pPr marL="685800" indent="-228600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lvl2pPr>
            <a:lvl3pPr marL="1143000" indent="-228600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l"/>
              <a:defRPr/>
            </a:lvl3pPr>
            <a:lvl4pPr marL="1600200" indent="-228600">
              <a:buClr>
                <a:srgbClr val="256FB9"/>
              </a:buClr>
              <a:buFont typeface="Wingdings" panose="05000000000000000000" pitchFamily="2" charset="2"/>
              <a:buChar char="p"/>
              <a:defRPr/>
            </a:lvl4pPr>
            <a:lvl5pPr marL="2057400" indent="-228600">
              <a:buClr>
                <a:srgbClr val="256FB9"/>
              </a:buClr>
              <a:buFont typeface="Wingdings" panose="05000000000000000000" pitchFamily="2" charset="2"/>
              <a:buChar char="p"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3057632" y="223083"/>
            <a:ext cx="2882520" cy="469613"/>
            <a:chOff x="3857061" y="260648"/>
            <a:chExt cx="2882520" cy="469613"/>
          </a:xfrm>
        </p:grpSpPr>
        <p:sp>
          <p:nvSpPr>
            <p:cNvPr id="2" name="矩形 1"/>
            <p:cNvSpPr/>
            <p:nvPr userDrawn="1"/>
          </p:nvSpPr>
          <p:spPr>
            <a:xfrm>
              <a:off x="3857061" y="260648"/>
              <a:ext cx="28825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800" b="1" i="0" u="none" strike="noStrike" spc="100" baseline="0" dirty="0">
                  <a:solidFill>
                    <a:srgbClr val="2675BC"/>
                  </a:solidFill>
                  <a:effectLst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天津大学智能与计算学部</a:t>
              </a:r>
              <a:endParaRPr lang="zh-CN" altLang="en-US" sz="1800" b="1" i="0" u="none" strike="noStrike" spc="100" baseline="0" dirty="0">
                <a:solidFill>
                  <a:srgbClr val="2675BC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3" name="矩形 2"/>
            <p:cNvSpPr/>
            <p:nvPr userDrawn="1"/>
          </p:nvSpPr>
          <p:spPr>
            <a:xfrm>
              <a:off x="4030174" y="522147"/>
              <a:ext cx="2511329" cy="2081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b="1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Division</a:t>
              </a:r>
              <a:r>
                <a:rPr lang="zh-CN" altLang="en-US" sz="1200" b="1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 </a:t>
              </a:r>
              <a:r>
                <a:rPr lang="en-US" altLang="zh-CN" sz="1200" b="1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of</a:t>
              </a:r>
              <a:r>
                <a:rPr lang="zh-CN" altLang="en-US" sz="1200" b="1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 </a:t>
              </a:r>
              <a:r>
                <a:rPr lang="en-US" altLang="zh-CN" sz="1200" b="1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Intelligence</a:t>
              </a:r>
              <a:r>
                <a:rPr lang="zh-CN" altLang="en-US" sz="1200" b="1" i="0" u="none" strike="noStrike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 </a:t>
              </a:r>
              <a:r>
                <a:rPr lang="en-US" altLang="zh-CN" sz="1200" b="1" i="0" u="none" strike="noStrike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and</a:t>
              </a:r>
              <a:r>
                <a:rPr lang="zh-CN" altLang="en-US" sz="1200" b="1" i="0" u="none" strike="noStrike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 </a:t>
              </a:r>
              <a:r>
                <a:rPr lang="en-US" altLang="zh-CN" sz="1200" b="1" i="0" u="none" strike="noStrike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 Light" panose="020F0302020204030204" pitchFamily="34" charset="0"/>
                  <a:ea typeface="Cambria" panose="02040503050406030204" charset="0"/>
                  <a:cs typeface="Cambria" panose="02040503050406030204" charset="0"/>
                </a:rPr>
                <a:t>Computing</a:t>
              </a:r>
              <a:endParaRPr lang="zh-CN" altLang="en-US" sz="1200" b="1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alibri Light" panose="020F0302020204030204" pitchFamily="34" charset="0"/>
                <a:ea typeface="Cambria" panose="02040503050406030204" charset="0"/>
                <a:cs typeface="Cambria" panose="02040503050406030204" charset="0"/>
              </a:endParaRPr>
            </a:p>
          </p:txBody>
        </p:sp>
      </p:grpSp>
      <p:pic>
        <p:nvPicPr>
          <p:cNvPr id="1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4153"/>
            <a:ext cx="2155114" cy="46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177642" y="6378576"/>
            <a:ext cx="8187214" cy="422275"/>
          </a:xfrm>
        </p:spPr>
        <p:txBody>
          <a:bodyPr/>
          <a:lstStyle>
            <a:lvl1pPr algn="l">
              <a:defRPr sz="75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>
                <a:sym typeface="+mn-ea"/>
              </a:rPr>
              <a:t>[X] </a:t>
            </a:r>
            <a:r>
              <a:rPr lang="zh-CN" altLang="en-US">
                <a:sym typeface="+mn-ea"/>
              </a:rPr>
              <a:t>参考文献</a:t>
            </a:r>
            <a:r>
              <a:rPr lang="en-US" altLang="zh-CN">
                <a:sym typeface="+mn-ea"/>
              </a:rPr>
              <a:t>1</a:t>
            </a:r>
            <a:endParaRPr lang="en-US" altLang="zh-CN"/>
          </a:p>
          <a:p>
            <a:r>
              <a:rPr lang="en-US" altLang="zh-CN">
                <a:sym typeface="+mn-ea"/>
              </a:rPr>
              <a:t>[X] </a:t>
            </a:r>
            <a:r>
              <a:rPr lang="zh-CN" altLang="en-US">
                <a:sym typeface="+mn-ea"/>
              </a:rPr>
              <a:t>参考文献</a:t>
            </a:r>
            <a:r>
              <a:rPr lang="en-US" altLang="zh-CN">
                <a:sym typeface="+mn-ea"/>
              </a:rPr>
              <a:t>2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449628" y="6356351"/>
            <a:ext cx="553879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en-US" altLang="zh-CN"/>
          </a:p>
        </p:txBody>
      </p:sp>
      <p:cxnSp>
        <p:nvCxnSpPr>
          <p:cNvPr id="126" name="直接连接符 125"/>
          <p:cNvCxnSpPr/>
          <p:nvPr userDrawn="1"/>
        </p:nvCxnSpPr>
        <p:spPr>
          <a:xfrm>
            <a:off x="67236" y="611670"/>
            <a:ext cx="900599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7150" y="0"/>
            <a:ext cx="8843010" cy="610870"/>
          </a:xfrm>
        </p:spPr>
        <p:txBody>
          <a:bodyPr anchor="b" anchorCtr="0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zh-CN" altLang="en-US"/>
              <a:t>任务</a:t>
            </a:r>
            <a:r>
              <a:rPr lang="en-US" altLang="zh-CN"/>
              <a:t>X</a:t>
            </a:r>
            <a:r>
              <a:rPr lang="zh-CN" altLang="en-US"/>
              <a:t>：单击此处编辑母版标题样式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177641" y="1028700"/>
            <a:ext cx="4305300" cy="2340000"/>
          </a:xfrm>
        </p:spPr>
        <p:txBody>
          <a:bodyPr/>
          <a:lstStyle>
            <a:lvl1pPr marL="134620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/>
            </a:lvl1pPr>
            <a:lvl2pPr marL="351155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567055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>
                <a:solidFill>
                  <a:schemeClr val="bg1">
                    <a:lumMod val="50000"/>
                  </a:schemeClr>
                </a:solidFill>
              </a:defRPr>
            </a:lvl3pPr>
            <a:lvl4pPr marL="782955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>
                <a:solidFill>
                  <a:schemeClr val="bg1">
                    <a:lumMod val="50000"/>
                  </a:schemeClr>
                </a:solidFill>
              </a:defRPr>
            </a:lvl4pPr>
          </a:lstStyle>
          <a:p>
            <a:pPr lvl="0"/>
            <a:r>
              <a:rPr lang="zh-CN" altLang="en-US" dirty="0"/>
              <a:t>正文内容【高度自行调整】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4" hasCustomPrompt="1"/>
          </p:nvPr>
        </p:nvSpPr>
        <p:spPr>
          <a:xfrm>
            <a:off x="182880" y="672465"/>
            <a:ext cx="4300061" cy="312420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rgbClr val="C00000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/>
              <a:t>研究背景</a:t>
            </a:r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5" hasCustomPrompt="1"/>
          </p:nvPr>
        </p:nvSpPr>
        <p:spPr>
          <a:xfrm>
            <a:off x="177641" y="3806825"/>
            <a:ext cx="4305300" cy="2520000"/>
          </a:xfrm>
        </p:spPr>
        <p:txBody>
          <a:bodyPr/>
          <a:lstStyle>
            <a:lvl1pPr marL="134620" marR="0" lvl="0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1155" marR="0" lvl="1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7055" marR="0" lvl="2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82955" marR="0" lvl="3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zh-CN" altLang="en-US" dirty="0"/>
              <a:t>正文内容</a:t>
            </a:r>
            <a:r>
              <a:rPr lang="zh-CN" altLang="en-US" dirty="0">
                <a:sym typeface="+mn-ea"/>
              </a:rPr>
              <a:t>【高度自行调整】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" hasCustomPrompt="1"/>
          </p:nvPr>
        </p:nvSpPr>
        <p:spPr>
          <a:xfrm>
            <a:off x="182880" y="3450590"/>
            <a:ext cx="4300061" cy="312420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rgbClr val="C00000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/>
              <a:t>技术挑战</a:t>
            </a:r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idx="17" hasCustomPrompt="1"/>
          </p:nvPr>
        </p:nvSpPr>
        <p:spPr>
          <a:xfrm>
            <a:off x="4698206" y="1028700"/>
            <a:ext cx="4305300" cy="2340000"/>
          </a:xfrm>
        </p:spPr>
        <p:txBody>
          <a:bodyPr/>
          <a:lstStyle>
            <a:lvl1pPr marL="134620" marR="0" lvl="0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1155" marR="0" lvl="1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7055" marR="0" lvl="2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82955" marR="0" lvl="3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zh-CN" altLang="en-US" dirty="0">
                <a:sym typeface="+mn-ea"/>
              </a:rPr>
              <a:t>任务目标：一段话，包含至少两个技术目标【高度自行调整】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8" hasCustomPrompt="1"/>
          </p:nvPr>
        </p:nvSpPr>
        <p:spPr>
          <a:xfrm>
            <a:off x="4703446" y="672465"/>
            <a:ext cx="4300061" cy="312420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rgbClr val="C00000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/>
              <a:t>任务目标</a:t>
            </a:r>
            <a:endParaRPr lang="zh-CN" altLang="en-US"/>
          </a:p>
        </p:txBody>
      </p:sp>
      <p:sp>
        <p:nvSpPr>
          <p:cNvPr id="19" name="内容占位符 18"/>
          <p:cNvSpPr>
            <a:spLocks noGrp="1"/>
          </p:cNvSpPr>
          <p:nvPr>
            <p:ph idx="19" hasCustomPrompt="1"/>
          </p:nvPr>
        </p:nvSpPr>
        <p:spPr>
          <a:xfrm>
            <a:off x="4692968" y="3806825"/>
            <a:ext cx="4305300" cy="2520000"/>
          </a:xfrm>
        </p:spPr>
        <p:txBody>
          <a:bodyPr/>
          <a:lstStyle>
            <a:lvl1pPr marL="134620" marR="0" lvl="0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1155" marR="0" lvl="1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7055" marR="0" lvl="2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82955" marR="0" lvl="3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zh-CN" altLang="en-US" dirty="0">
                <a:sym typeface="+mn-ea"/>
              </a:rPr>
              <a:t>研究方案：两段话，内容专业【高度自行调整】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idx="20" hasCustomPrompt="1"/>
          </p:nvPr>
        </p:nvSpPr>
        <p:spPr>
          <a:xfrm>
            <a:off x="4698207" y="3450590"/>
            <a:ext cx="4300061" cy="312420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rgbClr val="C00000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/>
              <a:t>研究方案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177642" y="6378576"/>
            <a:ext cx="8187214" cy="422275"/>
          </a:xfrm>
        </p:spPr>
        <p:txBody>
          <a:bodyPr/>
          <a:lstStyle>
            <a:lvl1pPr algn="l">
              <a:defRPr sz="75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>
                <a:sym typeface="+mn-ea"/>
              </a:rPr>
              <a:t>[X] </a:t>
            </a:r>
            <a:r>
              <a:rPr lang="zh-CN" altLang="en-US">
                <a:sym typeface="+mn-ea"/>
              </a:rPr>
              <a:t>参考文献</a:t>
            </a:r>
            <a:r>
              <a:rPr lang="en-US" altLang="zh-CN">
                <a:sym typeface="+mn-ea"/>
              </a:rPr>
              <a:t>1</a:t>
            </a:r>
            <a:endParaRPr lang="en-US" altLang="zh-CN"/>
          </a:p>
          <a:p>
            <a:r>
              <a:rPr lang="en-US" altLang="zh-CN">
                <a:sym typeface="+mn-ea"/>
              </a:rPr>
              <a:t>[X] </a:t>
            </a:r>
            <a:r>
              <a:rPr lang="zh-CN" altLang="en-US">
                <a:sym typeface="+mn-ea"/>
              </a:rPr>
              <a:t>参考文献</a:t>
            </a:r>
            <a:r>
              <a:rPr lang="en-US" altLang="zh-CN">
                <a:sym typeface="+mn-ea"/>
              </a:rPr>
              <a:t>2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449628" y="6356351"/>
            <a:ext cx="553879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en-US" altLang="zh-CN"/>
          </a:p>
        </p:txBody>
      </p:sp>
      <p:cxnSp>
        <p:nvCxnSpPr>
          <p:cNvPr id="126" name="直接连接符 125"/>
          <p:cNvCxnSpPr/>
          <p:nvPr userDrawn="1"/>
        </p:nvCxnSpPr>
        <p:spPr>
          <a:xfrm>
            <a:off x="67236" y="611670"/>
            <a:ext cx="900599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7150" y="0"/>
            <a:ext cx="8843010" cy="610870"/>
          </a:xfrm>
        </p:spPr>
        <p:txBody>
          <a:bodyPr anchor="b" anchorCtr="0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zh-CN" altLang="en-US"/>
              <a:t>任务</a:t>
            </a:r>
            <a:r>
              <a:rPr lang="en-US" altLang="zh-CN"/>
              <a:t>X</a:t>
            </a:r>
            <a:r>
              <a:rPr lang="zh-CN" altLang="en-US"/>
              <a:t>：单击此处编辑母版标题样式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177641" y="1028700"/>
            <a:ext cx="4305300" cy="2340000"/>
          </a:xfrm>
        </p:spPr>
        <p:txBody>
          <a:bodyPr/>
          <a:lstStyle>
            <a:lvl1pPr marL="134620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/>
            </a:lvl1pPr>
            <a:lvl2pPr marL="351155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567055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>
                <a:solidFill>
                  <a:schemeClr val="bg1">
                    <a:lumMod val="50000"/>
                  </a:schemeClr>
                </a:solidFill>
              </a:defRPr>
            </a:lvl3pPr>
            <a:lvl4pPr marL="782955" indent="-118745" eaLnBrk="1" fontAlgn="auto" latinLnBrk="0" hangingPunct="1">
              <a:lnSpc>
                <a:spcPct val="140000"/>
              </a:lnSpc>
              <a:spcBef>
                <a:spcPts val="375"/>
              </a:spcBef>
              <a:defRPr sz="900">
                <a:solidFill>
                  <a:schemeClr val="bg1">
                    <a:lumMod val="50000"/>
                  </a:schemeClr>
                </a:solidFill>
              </a:defRPr>
            </a:lvl4pPr>
          </a:lstStyle>
          <a:p>
            <a:pPr lvl="0"/>
            <a:r>
              <a:rPr lang="zh-CN" altLang="en-US" dirty="0"/>
              <a:t>正文内容【高度自行调整】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4" hasCustomPrompt="1"/>
          </p:nvPr>
        </p:nvSpPr>
        <p:spPr>
          <a:xfrm>
            <a:off x="182880" y="672465"/>
            <a:ext cx="4300061" cy="312420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rgbClr val="C00000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/>
              <a:t>研究背景</a:t>
            </a:r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idx="17" hasCustomPrompt="1"/>
          </p:nvPr>
        </p:nvSpPr>
        <p:spPr>
          <a:xfrm>
            <a:off x="4698206" y="1028700"/>
            <a:ext cx="4305300" cy="2340000"/>
          </a:xfrm>
        </p:spPr>
        <p:txBody>
          <a:bodyPr/>
          <a:lstStyle>
            <a:lvl1pPr marL="134620" marR="0" lvl="0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1155" marR="0" lvl="1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7055" marR="0" lvl="2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82955" marR="0" lvl="3" indent="-118745" algn="l" defTabSz="685800" rtl="0" eaLnBrk="1" fontAlgn="auto" latinLnBrk="0" hangingPunct="1">
              <a:lnSpc>
                <a:spcPct val="14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zh-CN" altLang="en-US" dirty="0">
                <a:sym typeface="+mn-ea"/>
              </a:rPr>
              <a:t>任务目标：一段话，包含至少两个技术目标【高度自行调整】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8" hasCustomPrompt="1"/>
          </p:nvPr>
        </p:nvSpPr>
        <p:spPr>
          <a:xfrm>
            <a:off x="4703446" y="672465"/>
            <a:ext cx="4300061" cy="312420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rgbClr val="C00000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/>
              <a:t>任务目标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9676" y="-23614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4897" y="1196752"/>
            <a:ext cx="7886700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 bwMode="auto">
          <a:xfrm flipV="1">
            <a:off x="0" y="764704"/>
            <a:ext cx="9036495" cy="72000"/>
          </a:xfrm>
          <a:prstGeom prst="rect">
            <a:avLst/>
          </a:prstGeom>
          <a:gradFill>
            <a:gsLst>
              <a:gs pos="20000">
                <a:srgbClr val="0077B8">
                  <a:alpha val="84000"/>
                </a:srgbClr>
              </a:gs>
              <a:gs pos="0">
                <a:srgbClr val="F5000A"/>
              </a:gs>
              <a:gs pos="61000">
                <a:srgbClr val="0077B8">
                  <a:alpha val="57000"/>
                </a:srgbClr>
              </a:gs>
              <a:gs pos="88000">
                <a:schemeClr val="bg1"/>
              </a:gs>
            </a:gsLst>
            <a:lin ang="0" scaled="0"/>
          </a:gradFill>
          <a:ln w="38100" algn="ctr">
            <a:noFill/>
            <a:miter lim="800000"/>
          </a:ln>
          <a:effectLst>
            <a:reflection blurRad="6350" stA="50000" endA="300" endPos="55000" dir="5400000" sy="-100000" algn="bl" rotWithShape="0"/>
          </a:effectLst>
        </p:spPr>
        <p:txBody>
          <a:bodyPr tIns="36000" anchor="ctr"/>
          <a:lstStyle/>
          <a:p>
            <a:pPr algn="ctr">
              <a:defRPr/>
            </a:pPr>
            <a:endParaRPr kumimoji="1"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74904" y="645333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1415BE46-C10A-41B7-8207-D68D04A8AE2B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  <p:pic>
        <p:nvPicPr>
          <p:cNvPr id="14" name="图片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23083"/>
            <a:ext cx="2155114" cy="46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9676" y="-23614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4897" y="1196752"/>
            <a:ext cx="7886700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 bwMode="auto">
          <a:xfrm flipV="1">
            <a:off x="0" y="764704"/>
            <a:ext cx="9036495" cy="72000"/>
          </a:xfrm>
          <a:prstGeom prst="rect">
            <a:avLst/>
          </a:prstGeom>
          <a:gradFill>
            <a:gsLst>
              <a:gs pos="20000">
                <a:srgbClr val="0077B8">
                  <a:alpha val="84000"/>
                </a:srgbClr>
              </a:gs>
              <a:gs pos="0">
                <a:srgbClr val="F5000A"/>
              </a:gs>
              <a:gs pos="61000">
                <a:srgbClr val="0077B8">
                  <a:alpha val="57000"/>
                </a:srgbClr>
              </a:gs>
              <a:gs pos="88000">
                <a:schemeClr val="bg1"/>
              </a:gs>
            </a:gsLst>
            <a:lin ang="0" scaled="0"/>
          </a:gradFill>
          <a:ln w="38100" algn="ctr">
            <a:noFill/>
            <a:miter lim="800000"/>
          </a:ln>
          <a:effectLst>
            <a:reflection blurRad="6350" stA="50000" endA="300" endPos="55000" dir="5400000" sy="-100000" algn="bl" rotWithShape="0"/>
          </a:effectLst>
        </p:spPr>
        <p:txBody>
          <a:bodyPr tIns="36000" anchor="ctr"/>
          <a:lstStyle/>
          <a:p>
            <a:pPr algn="ctr">
              <a:defRPr/>
            </a:pPr>
            <a:endParaRPr kumimoji="1"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74904" y="645333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1415BE46-C10A-41B7-8207-D68D04A8AE2B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  <p:pic>
        <p:nvPicPr>
          <p:cNvPr id="14" name="图片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23083"/>
            <a:ext cx="2155114" cy="46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0" Type="http://schemas.openxmlformats.org/officeDocument/2006/relationships/notesSlide" Target="../notesSlides/notesSlide1.xml"/><Relationship Id="rId9" Type="http://schemas.openxmlformats.org/officeDocument/2006/relationships/tags" Target="../tags/tag9.xml"/><Relationship Id="rId89" Type="http://schemas.openxmlformats.org/officeDocument/2006/relationships/slideLayout" Target="../slideLayouts/slideLayout8.xml"/><Relationship Id="rId88" Type="http://schemas.openxmlformats.org/officeDocument/2006/relationships/tags" Target="../tags/tag86.xml"/><Relationship Id="rId87" Type="http://schemas.openxmlformats.org/officeDocument/2006/relationships/tags" Target="../tags/tag85.xml"/><Relationship Id="rId86" Type="http://schemas.openxmlformats.org/officeDocument/2006/relationships/tags" Target="../tags/tag84.xml"/><Relationship Id="rId85" Type="http://schemas.openxmlformats.org/officeDocument/2006/relationships/tags" Target="../tags/tag83.xml"/><Relationship Id="rId84" Type="http://schemas.openxmlformats.org/officeDocument/2006/relationships/tags" Target="../tags/tag82.xml"/><Relationship Id="rId83" Type="http://schemas.openxmlformats.org/officeDocument/2006/relationships/tags" Target="../tags/tag81.xml"/><Relationship Id="rId82" Type="http://schemas.openxmlformats.org/officeDocument/2006/relationships/tags" Target="../tags/tag80.xml"/><Relationship Id="rId81" Type="http://schemas.openxmlformats.org/officeDocument/2006/relationships/tags" Target="../tags/tag79.xml"/><Relationship Id="rId80" Type="http://schemas.openxmlformats.org/officeDocument/2006/relationships/tags" Target="../tags/tag78.xml"/><Relationship Id="rId8" Type="http://schemas.openxmlformats.org/officeDocument/2006/relationships/tags" Target="../tags/tag8.xml"/><Relationship Id="rId79" Type="http://schemas.openxmlformats.org/officeDocument/2006/relationships/tags" Target="../tags/tag77.xml"/><Relationship Id="rId78" Type="http://schemas.openxmlformats.org/officeDocument/2006/relationships/tags" Target="../tags/tag76.xml"/><Relationship Id="rId77" Type="http://schemas.openxmlformats.org/officeDocument/2006/relationships/tags" Target="../tags/tag75.xml"/><Relationship Id="rId76" Type="http://schemas.openxmlformats.org/officeDocument/2006/relationships/tags" Target="../tags/tag74.xml"/><Relationship Id="rId75" Type="http://schemas.openxmlformats.org/officeDocument/2006/relationships/tags" Target="../tags/tag73.xml"/><Relationship Id="rId74" Type="http://schemas.openxmlformats.org/officeDocument/2006/relationships/tags" Target="../tags/tag72.xml"/><Relationship Id="rId73" Type="http://schemas.openxmlformats.org/officeDocument/2006/relationships/tags" Target="../tags/tag71.xml"/><Relationship Id="rId72" Type="http://schemas.openxmlformats.org/officeDocument/2006/relationships/tags" Target="../tags/tag70.xml"/><Relationship Id="rId71" Type="http://schemas.openxmlformats.org/officeDocument/2006/relationships/tags" Target="../tags/tag69.xml"/><Relationship Id="rId70" Type="http://schemas.openxmlformats.org/officeDocument/2006/relationships/tags" Target="../tags/tag68.xml"/><Relationship Id="rId7" Type="http://schemas.openxmlformats.org/officeDocument/2006/relationships/tags" Target="../tags/tag7.xml"/><Relationship Id="rId69" Type="http://schemas.openxmlformats.org/officeDocument/2006/relationships/tags" Target="../tags/tag67.xml"/><Relationship Id="rId68" Type="http://schemas.openxmlformats.org/officeDocument/2006/relationships/tags" Target="../tags/tag66.xml"/><Relationship Id="rId67" Type="http://schemas.openxmlformats.org/officeDocument/2006/relationships/tags" Target="../tags/tag65.xml"/><Relationship Id="rId66" Type="http://schemas.openxmlformats.org/officeDocument/2006/relationships/tags" Target="../tags/tag64.xml"/><Relationship Id="rId65" Type="http://schemas.openxmlformats.org/officeDocument/2006/relationships/tags" Target="../tags/tag63.xml"/><Relationship Id="rId64" Type="http://schemas.openxmlformats.org/officeDocument/2006/relationships/tags" Target="../tags/tag62.xml"/><Relationship Id="rId63" Type="http://schemas.openxmlformats.org/officeDocument/2006/relationships/tags" Target="../tags/tag61.xml"/><Relationship Id="rId62" Type="http://schemas.openxmlformats.org/officeDocument/2006/relationships/tags" Target="../tags/tag60.xml"/><Relationship Id="rId61" Type="http://schemas.openxmlformats.org/officeDocument/2006/relationships/tags" Target="../tags/tag59.xml"/><Relationship Id="rId60" Type="http://schemas.openxmlformats.org/officeDocument/2006/relationships/tags" Target="../tags/tag58.xml"/><Relationship Id="rId6" Type="http://schemas.openxmlformats.org/officeDocument/2006/relationships/tags" Target="../tags/tag6.xml"/><Relationship Id="rId59" Type="http://schemas.openxmlformats.org/officeDocument/2006/relationships/tags" Target="../tags/tag57.xml"/><Relationship Id="rId58" Type="http://schemas.openxmlformats.org/officeDocument/2006/relationships/tags" Target="../tags/tag56.xml"/><Relationship Id="rId57" Type="http://schemas.openxmlformats.org/officeDocument/2006/relationships/tags" Target="../tags/tag55.xml"/><Relationship Id="rId56" Type="http://schemas.openxmlformats.org/officeDocument/2006/relationships/tags" Target="../tags/tag54.xml"/><Relationship Id="rId55" Type="http://schemas.openxmlformats.org/officeDocument/2006/relationships/tags" Target="../tags/tag53.xml"/><Relationship Id="rId54" Type="http://schemas.openxmlformats.org/officeDocument/2006/relationships/tags" Target="../tags/tag52.xml"/><Relationship Id="rId53" Type="http://schemas.openxmlformats.org/officeDocument/2006/relationships/tags" Target="../tags/tag51.xml"/><Relationship Id="rId52" Type="http://schemas.openxmlformats.org/officeDocument/2006/relationships/tags" Target="../tags/tag50.xml"/><Relationship Id="rId51" Type="http://schemas.openxmlformats.org/officeDocument/2006/relationships/tags" Target="../tags/tag49.xml"/><Relationship Id="rId50" Type="http://schemas.openxmlformats.org/officeDocument/2006/relationships/tags" Target="../tags/tag48.xml"/><Relationship Id="rId5" Type="http://schemas.openxmlformats.org/officeDocument/2006/relationships/tags" Target="../tags/tag5.xml"/><Relationship Id="rId49" Type="http://schemas.openxmlformats.org/officeDocument/2006/relationships/tags" Target="../tags/tag47.xml"/><Relationship Id="rId48" Type="http://schemas.openxmlformats.org/officeDocument/2006/relationships/tags" Target="../tags/tag46.xml"/><Relationship Id="rId47" Type="http://schemas.openxmlformats.org/officeDocument/2006/relationships/tags" Target="../tags/tag45.xml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tags" Target="../tags/tag42.xml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tags" Target="../tags/tag39.xml"/><Relationship Id="rId40" Type="http://schemas.openxmlformats.org/officeDocument/2006/relationships/tags" Target="../tags/tag38.xml"/><Relationship Id="rId4" Type="http://schemas.openxmlformats.org/officeDocument/2006/relationships/tags" Target="../tags/tag4.xml"/><Relationship Id="rId39" Type="http://schemas.openxmlformats.org/officeDocument/2006/relationships/tags" Target="../tags/tag37.xml"/><Relationship Id="rId38" Type="http://schemas.openxmlformats.org/officeDocument/2006/relationships/tags" Target="../tags/tag36.xml"/><Relationship Id="rId37" Type="http://schemas.openxmlformats.org/officeDocument/2006/relationships/tags" Target="../tags/tag35.xml"/><Relationship Id="rId36" Type="http://schemas.openxmlformats.org/officeDocument/2006/relationships/tags" Target="../tags/tag34.xml"/><Relationship Id="rId35" Type="http://schemas.openxmlformats.org/officeDocument/2006/relationships/tags" Target="../tags/tag33.xml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3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image" Target="../media/image3.png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image" Target="../media/image2.png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3.png"/><Relationship Id="rId3" Type="http://schemas.openxmlformats.org/officeDocument/2006/relationships/tags" Target="../tags/tag88.xml"/><Relationship Id="rId2" Type="http://schemas.openxmlformats.org/officeDocument/2006/relationships/image" Target="../media/image2.png"/><Relationship Id="rId1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en-US" altLang="zh-CN" dirty="0"/>
          </a:p>
        </p:txBody>
      </p:sp>
      <p:grpSp>
        <p:nvGrpSpPr>
          <p:cNvPr id="292" name="组合 291"/>
          <p:cNvGrpSpPr/>
          <p:nvPr>
            <p:custDataLst>
              <p:tags r:id="rId1"/>
            </p:custDataLst>
          </p:nvPr>
        </p:nvGrpSpPr>
        <p:grpSpPr>
          <a:xfrm rot="0">
            <a:off x="1323340" y="2073275"/>
            <a:ext cx="2781935" cy="1158240"/>
            <a:chOff x="166" y="3192"/>
            <a:chExt cx="8908" cy="3344"/>
          </a:xfrm>
        </p:grpSpPr>
        <p:grpSp>
          <p:nvGrpSpPr>
            <p:cNvPr id="293" name="组合 292"/>
            <p:cNvGrpSpPr/>
            <p:nvPr/>
          </p:nvGrpSpPr>
          <p:grpSpPr>
            <a:xfrm rot="0">
              <a:off x="3115" y="3192"/>
              <a:ext cx="2867" cy="512"/>
              <a:chOff x="4228" y="5040"/>
              <a:chExt cx="3611" cy="544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94" name="矩形 293"/>
              <p:cNvSpPr/>
              <p:nvPr/>
            </p:nvSpPr>
            <p:spPr>
              <a:xfrm>
                <a:off x="4228" y="5040"/>
                <a:ext cx="1776" cy="544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5" name="矩形 294"/>
              <p:cNvSpPr/>
              <p:nvPr/>
            </p:nvSpPr>
            <p:spPr>
              <a:xfrm>
                <a:off x="6004" y="5040"/>
                <a:ext cx="1835" cy="54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20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p:grpSp>
        <p:grpSp>
          <p:nvGrpSpPr>
            <p:cNvPr id="296" name="组合 295"/>
            <p:cNvGrpSpPr/>
            <p:nvPr/>
          </p:nvGrpSpPr>
          <p:grpSpPr>
            <a:xfrm rot="0">
              <a:off x="1105" y="4696"/>
              <a:ext cx="2067" cy="512"/>
              <a:chOff x="3478" y="5040"/>
              <a:chExt cx="3226" cy="544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97" name="矩形 296"/>
              <p:cNvSpPr/>
              <p:nvPr>
                <p:custDataLst>
                  <p:tags r:id="rId2"/>
                </p:custDataLst>
              </p:nvPr>
            </p:nvSpPr>
            <p:spPr>
              <a:xfrm>
                <a:off x="3478" y="5040"/>
                <a:ext cx="1609" cy="544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8" name="矩形 297"/>
              <p:cNvSpPr/>
              <p:nvPr>
                <p:custDataLst>
                  <p:tags r:id="rId3"/>
                </p:custDataLst>
              </p:nvPr>
            </p:nvSpPr>
            <p:spPr>
              <a:xfrm>
                <a:off x="5087" y="5040"/>
                <a:ext cx="1617" cy="54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20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p:grpSp>
        <p:grpSp>
          <p:nvGrpSpPr>
            <p:cNvPr id="299" name="组合 298"/>
            <p:cNvGrpSpPr/>
            <p:nvPr/>
          </p:nvGrpSpPr>
          <p:grpSpPr>
            <a:xfrm rot="0">
              <a:off x="1105" y="5208"/>
              <a:ext cx="2339" cy="512"/>
              <a:chOff x="3478" y="5040"/>
              <a:chExt cx="2964" cy="544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300" name="矩形 299"/>
              <p:cNvSpPr/>
              <p:nvPr>
                <p:custDataLst>
                  <p:tags r:id="rId4"/>
                </p:custDataLst>
              </p:nvPr>
            </p:nvSpPr>
            <p:spPr>
              <a:xfrm>
                <a:off x="3478" y="5040"/>
                <a:ext cx="1550" cy="544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1" name="矩形 300"/>
              <p:cNvSpPr/>
              <p:nvPr>
                <p:custDataLst>
                  <p:tags r:id="rId5"/>
                </p:custDataLst>
              </p:nvPr>
            </p:nvSpPr>
            <p:spPr>
              <a:xfrm>
                <a:off x="5028" y="5040"/>
                <a:ext cx="1414" cy="54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20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p:grpSp>
        <p:grpSp>
          <p:nvGrpSpPr>
            <p:cNvPr id="302" name="组合 301"/>
            <p:cNvGrpSpPr/>
            <p:nvPr/>
          </p:nvGrpSpPr>
          <p:grpSpPr>
            <a:xfrm rot="0">
              <a:off x="1105" y="5720"/>
              <a:ext cx="1792" cy="512"/>
              <a:chOff x="4228" y="5040"/>
              <a:chExt cx="3611" cy="544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303" name="矩形 302"/>
              <p:cNvSpPr/>
              <p:nvPr>
                <p:custDataLst>
                  <p:tags r:id="rId6"/>
                </p:custDataLst>
              </p:nvPr>
            </p:nvSpPr>
            <p:spPr>
              <a:xfrm>
                <a:off x="4228" y="5040"/>
                <a:ext cx="2084" cy="544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4" name="矩形 303"/>
              <p:cNvSpPr/>
              <p:nvPr>
                <p:custDataLst>
                  <p:tags r:id="rId7"/>
                </p:custDataLst>
              </p:nvPr>
            </p:nvSpPr>
            <p:spPr>
              <a:xfrm>
                <a:off x="6324" y="5040"/>
                <a:ext cx="1515" cy="54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20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p:grpSp>
        <p:sp>
          <p:nvSpPr>
            <p:cNvPr id="305" name="矩形 304"/>
            <p:cNvSpPr/>
            <p:nvPr>
              <p:custDataLst>
                <p:tags r:id="rId8"/>
              </p:custDataLst>
            </p:nvPr>
          </p:nvSpPr>
          <p:spPr>
            <a:xfrm>
              <a:off x="166" y="4520"/>
              <a:ext cx="4359" cy="2016"/>
            </a:xfrm>
            <a:prstGeom prst="rect">
              <a:avLst/>
            </a:prstGeom>
            <a:noFill/>
            <a:ln w="15875" cmpd="sng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306" name="矩形 305"/>
            <p:cNvSpPr/>
            <p:nvPr>
              <p:custDataLst>
                <p:tags r:id="rId9"/>
              </p:custDataLst>
            </p:nvPr>
          </p:nvSpPr>
          <p:spPr>
            <a:xfrm>
              <a:off x="4716" y="4520"/>
              <a:ext cx="4359" cy="2016"/>
            </a:xfrm>
            <a:prstGeom prst="rect">
              <a:avLst/>
            </a:prstGeom>
            <a:noFill/>
            <a:ln w="15875" cmpd="sng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grpSp>
          <p:nvGrpSpPr>
            <p:cNvPr id="307" name="组合 306"/>
            <p:cNvGrpSpPr/>
            <p:nvPr/>
          </p:nvGrpSpPr>
          <p:grpSpPr>
            <a:xfrm rot="0">
              <a:off x="5146" y="4696"/>
              <a:ext cx="3698" cy="512"/>
              <a:chOff x="4228" y="5040"/>
              <a:chExt cx="3611" cy="544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308" name="矩形 307"/>
              <p:cNvSpPr/>
              <p:nvPr>
                <p:custDataLst>
                  <p:tags r:id="rId10"/>
                </p:custDataLst>
              </p:nvPr>
            </p:nvSpPr>
            <p:spPr>
              <a:xfrm>
                <a:off x="4228" y="5040"/>
                <a:ext cx="1388" cy="544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9" name="矩形 308"/>
              <p:cNvSpPr/>
              <p:nvPr>
                <p:custDataLst>
                  <p:tags r:id="rId11"/>
                </p:custDataLst>
              </p:nvPr>
            </p:nvSpPr>
            <p:spPr>
              <a:xfrm>
                <a:off x="5616" y="5040"/>
                <a:ext cx="2223" cy="544"/>
              </a:xfrm>
              <a:prstGeom prst="rect">
                <a:avLst/>
              </a:prstGeom>
              <a:solidFill>
                <a:srgbClr val="C4A7E2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20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p:grpSp>
        <p:grpSp>
          <p:nvGrpSpPr>
            <p:cNvPr id="310" name="组合 309"/>
            <p:cNvGrpSpPr/>
            <p:nvPr/>
          </p:nvGrpSpPr>
          <p:grpSpPr>
            <a:xfrm rot="0">
              <a:off x="5146" y="5208"/>
              <a:ext cx="3394" cy="512"/>
              <a:chOff x="4228" y="5040"/>
              <a:chExt cx="3611" cy="544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311" name="矩形 310"/>
              <p:cNvSpPr/>
              <p:nvPr>
                <p:custDataLst>
                  <p:tags r:id="rId12"/>
                </p:custDataLst>
              </p:nvPr>
            </p:nvSpPr>
            <p:spPr>
              <a:xfrm>
                <a:off x="4228" y="5040"/>
                <a:ext cx="1388" cy="544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2" name="矩形 311"/>
              <p:cNvSpPr/>
              <p:nvPr>
                <p:custDataLst>
                  <p:tags r:id="rId13"/>
                </p:custDataLst>
              </p:nvPr>
            </p:nvSpPr>
            <p:spPr>
              <a:xfrm>
                <a:off x="5616" y="5040"/>
                <a:ext cx="2223" cy="544"/>
              </a:xfrm>
              <a:prstGeom prst="rect">
                <a:avLst/>
              </a:prstGeom>
              <a:solidFill>
                <a:srgbClr val="C4A7E2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20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p:grpSp>
        <p:grpSp>
          <p:nvGrpSpPr>
            <p:cNvPr id="313" name="组合 312"/>
            <p:cNvGrpSpPr/>
            <p:nvPr/>
          </p:nvGrpSpPr>
          <p:grpSpPr>
            <a:xfrm rot="0">
              <a:off x="5146" y="5720"/>
              <a:ext cx="3698" cy="512"/>
              <a:chOff x="4228" y="5040"/>
              <a:chExt cx="3611" cy="544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314" name="矩形 313"/>
              <p:cNvSpPr/>
              <p:nvPr>
                <p:custDataLst>
                  <p:tags r:id="rId14"/>
                </p:custDataLst>
              </p:nvPr>
            </p:nvSpPr>
            <p:spPr>
              <a:xfrm>
                <a:off x="4228" y="5040"/>
                <a:ext cx="1621" cy="544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5" name="矩形 314"/>
              <p:cNvSpPr/>
              <p:nvPr>
                <p:custDataLst>
                  <p:tags r:id="rId15"/>
                </p:custDataLst>
              </p:nvPr>
            </p:nvSpPr>
            <p:spPr>
              <a:xfrm>
                <a:off x="5849" y="5040"/>
                <a:ext cx="1990" cy="544"/>
              </a:xfrm>
              <a:prstGeom prst="rect">
                <a:avLst/>
              </a:prstGeom>
              <a:solidFill>
                <a:srgbClr val="C4A7E2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20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p:grpSp>
        <p:cxnSp>
          <p:nvCxnSpPr>
            <p:cNvPr id="316" name="直接箭头连接符 315"/>
            <p:cNvCxnSpPr>
              <a:endCxn id="305" idx="0"/>
            </p:cNvCxnSpPr>
            <p:nvPr>
              <p:custDataLst>
                <p:tags r:id="rId16"/>
              </p:custDataLst>
            </p:nvPr>
          </p:nvCxnSpPr>
          <p:spPr>
            <a:xfrm flipH="1">
              <a:off x="2346" y="3732"/>
              <a:ext cx="2166" cy="788"/>
            </a:xfrm>
            <a:prstGeom prst="straightConnector1">
              <a:avLst/>
            </a:prstGeom>
            <a:ln w="19050"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7" name="直接箭头连接符 316"/>
            <p:cNvCxnSpPr>
              <a:endCxn id="306" idx="0"/>
            </p:cNvCxnSpPr>
            <p:nvPr>
              <p:custDataLst>
                <p:tags r:id="rId17"/>
              </p:custDataLst>
            </p:nvPr>
          </p:nvCxnSpPr>
          <p:spPr>
            <a:xfrm>
              <a:off x="4496" y="3716"/>
              <a:ext cx="2400" cy="804"/>
            </a:xfrm>
            <a:prstGeom prst="straightConnector1">
              <a:avLst/>
            </a:prstGeom>
            <a:ln w="19050"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18" name="图片 317" descr="绿勾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5171" y="3704"/>
              <a:ext cx="812" cy="795"/>
            </a:xfrm>
            <a:prstGeom prst="rect">
              <a:avLst/>
            </a:prstGeom>
          </p:spPr>
        </p:pic>
        <p:pic>
          <p:nvPicPr>
            <p:cNvPr id="319" name="图片 318" descr="红叉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3444" y="3946"/>
              <a:ext cx="253" cy="361"/>
            </a:xfrm>
            <a:prstGeom prst="rect">
              <a:avLst/>
            </a:prstGeom>
          </p:spPr>
        </p:pic>
      </p:grpSp>
      <p:grpSp>
        <p:nvGrpSpPr>
          <p:cNvPr id="320" name="组合 319"/>
          <p:cNvGrpSpPr/>
          <p:nvPr>
            <p:custDataLst>
              <p:tags r:id="rId22"/>
            </p:custDataLst>
          </p:nvPr>
        </p:nvGrpSpPr>
        <p:grpSpPr>
          <a:xfrm rot="0">
            <a:off x="4397375" y="2061210"/>
            <a:ext cx="2781935" cy="1158240"/>
            <a:chOff x="9530" y="3168"/>
            <a:chExt cx="8905" cy="3368"/>
          </a:xfrm>
        </p:grpSpPr>
        <p:grpSp>
          <p:nvGrpSpPr>
            <p:cNvPr id="321" name="组合 320"/>
            <p:cNvGrpSpPr/>
            <p:nvPr/>
          </p:nvGrpSpPr>
          <p:grpSpPr>
            <a:xfrm>
              <a:off x="9530" y="3168"/>
              <a:ext cx="8905" cy="3368"/>
              <a:chOff x="9961" y="3472"/>
              <a:chExt cx="8905" cy="3368"/>
            </a:xfrm>
          </p:grpSpPr>
          <p:grpSp>
            <p:nvGrpSpPr>
              <p:cNvPr id="322" name="组合 321"/>
              <p:cNvGrpSpPr/>
              <p:nvPr/>
            </p:nvGrpSpPr>
            <p:grpSpPr>
              <a:xfrm rot="0">
                <a:off x="13098" y="3472"/>
                <a:ext cx="2865" cy="512"/>
                <a:chOff x="4081" y="5040"/>
                <a:chExt cx="3609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23" name="矩形 322"/>
                <p:cNvSpPr/>
                <p:nvPr/>
              </p:nvSpPr>
              <p:spPr>
                <a:xfrm>
                  <a:off x="4081" y="5040"/>
                  <a:ext cx="1775" cy="544"/>
                </a:xfrm>
                <a:prstGeom prst="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4" name="矩形 323"/>
                <p:cNvSpPr/>
                <p:nvPr/>
              </p:nvSpPr>
              <p:spPr>
                <a:xfrm>
                  <a:off x="5855" y="5040"/>
                  <a:ext cx="1835" cy="5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325" name="组合 324"/>
              <p:cNvGrpSpPr/>
              <p:nvPr/>
            </p:nvGrpSpPr>
            <p:grpSpPr>
              <a:xfrm rot="0">
                <a:off x="10900" y="5000"/>
                <a:ext cx="2067" cy="512"/>
                <a:chOff x="3478" y="5040"/>
                <a:chExt cx="3226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26" name="矩形 325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3478" y="5040"/>
                  <a:ext cx="1141" cy="544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7" name="矩形 326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4621" y="5040"/>
                  <a:ext cx="2083" cy="54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328" name="组合 327"/>
              <p:cNvGrpSpPr/>
              <p:nvPr/>
            </p:nvGrpSpPr>
            <p:grpSpPr>
              <a:xfrm rot="0">
                <a:off x="10900" y="5512"/>
                <a:ext cx="2339" cy="512"/>
                <a:chOff x="3478" y="5040"/>
                <a:chExt cx="2964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29" name="矩形 328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3478" y="5040"/>
                  <a:ext cx="1550" cy="544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0" name="矩形 329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5028" y="5040"/>
                  <a:ext cx="1414" cy="54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331" name="组合 330"/>
              <p:cNvGrpSpPr/>
              <p:nvPr/>
            </p:nvGrpSpPr>
            <p:grpSpPr>
              <a:xfrm rot="0">
                <a:off x="10900" y="6024"/>
                <a:ext cx="1792" cy="512"/>
                <a:chOff x="4228" y="5040"/>
                <a:chExt cx="3611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32" name="矩形 331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4228" y="5040"/>
                  <a:ext cx="1729" cy="544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3" name="矩形 332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5957" y="5040"/>
                  <a:ext cx="1882" cy="54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sp>
            <p:nvSpPr>
              <p:cNvPr id="334" name="矩形 333"/>
              <p:cNvSpPr/>
              <p:nvPr>
                <p:custDataLst>
                  <p:tags r:id="rId29"/>
                </p:custDataLst>
              </p:nvPr>
            </p:nvSpPr>
            <p:spPr>
              <a:xfrm>
                <a:off x="14507" y="4824"/>
                <a:ext cx="4359" cy="2016"/>
              </a:xfrm>
              <a:prstGeom prst="rect">
                <a:avLst/>
              </a:prstGeom>
              <a:noFill/>
              <a:ln w="15875" cmpd="sng">
                <a:solidFill>
                  <a:schemeClr val="bg2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800"/>
              </a:p>
            </p:txBody>
          </p:sp>
          <p:grpSp>
            <p:nvGrpSpPr>
              <p:cNvPr id="335" name="组合 334"/>
              <p:cNvGrpSpPr/>
              <p:nvPr/>
            </p:nvGrpSpPr>
            <p:grpSpPr>
              <a:xfrm rot="0">
                <a:off x="14753" y="5320"/>
                <a:ext cx="3984" cy="512"/>
                <a:chOff x="4228" y="5040"/>
                <a:chExt cx="3611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36" name="矩形 335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4228" y="5040"/>
                  <a:ext cx="1388" cy="544"/>
                </a:xfrm>
                <a:prstGeom prst="rect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7" name="矩形 336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5616" y="5040"/>
                  <a:ext cx="2223" cy="544"/>
                </a:xfrm>
                <a:prstGeom prst="rect">
                  <a:avLst/>
                </a:prstGeom>
                <a:solidFill>
                  <a:srgbClr val="C4A7E2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338" name="组合 337"/>
              <p:cNvGrpSpPr/>
              <p:nvPr/>
            </p:nvGrpSpPr>
            <p:grpSpPr>
              <a:xfrm rot="0">
                <a:off x="14753" y="5832"/>
                <a:ext cx="3698" cy="512"/>
                <a:chOff x="4228" y="5040"/>
                <a:chExt cx="3611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39" name="矩形 338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4228" y="5040"/>
                  <a:ext cx="1388" cy="544"/>
                </a:xfrm>
                <a:prstGeom prst="rect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0" name="矩形 339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5616" y="5040"/>
                  <a:ext cx="2223" cy="544"/>
                </a:xfrm>
                <a:prstGeom prst="rect">
                  <a:avLst/>
                </a:prstGeom>
                <a:solidFill>
                  <a:srgbClr val="C4A7E2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sp>
            <p:nvSpPr>
              <p:cNvPr id="341" name="矩形 340"/>
              <p:cNvSpPr/>
              <p:nvPr>
                <p:custDataLst>
                  <p:tags r:id="rId34"/>
                </p:custDataLst>
              </p:nvPr>
            </p:nvSpPr>
            <p:spPr>
              <a:xfrm>
                <a:off x="9961" y="4824"/>
                <a:ext cx="4359" cy="2016"/>
              </a:xfrm>
              <a:prstGeom prst="rect">
                <a:avLst/>
              </a:prstGeom>
              <a:noFill/>
              <a:ln w="15875" cmpd="sng">
                <a:solidFill>
                  <a:schemeClr val="bg2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800"/>
              </a:p>
            </p:txBody>
          </p:sp>
        </p:grpSp>
        <p:cxnSp>
          <p:nvCxnSpPr>
            <p:cNvPr id="342" name="直接箭头连接符 341"/>
            <p:cNvCxnSpPr/>
            <p:nvPr>
              <p:custDataLst>
                <p:tags r:id="rId35"/>
              </p:custDataLst>
            </p:nvPr>
          </p:nvCxnSpPr>
          <p:spPr>
            <a:xfrm flipH="1">
              <a:off x="11710" y="3692"/>
              <a:ext cx="2339" cy="828"/>
            </a:xfrm>
            <a:prstGeom prst="straightConnector1">
              <a:avLst/>
            </a:prstGeom>
            <a:ln w="19050"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3" name="直接箭头连接符 342"/>
            <p:cNvCxnSpPr/>
            <p:nvPr>
              <p:custDataLst>
                <p:tags r:id="rId36"/>
              </p:custDataLst>
            </p:nvPr>
          </p:nvCxnSpPr>
          <p:spPr>
            <a:xfrm>
              <a:off x="14081" y="3692"/>
              <a:ext cx="2192" cy="800"/>
            </a:xfrm>
            <a:prstGeom prst="straightConnector1">
              <a:avLst/>
            </a:prstGeom>
            <a:ln w="19050"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44" name="图片 343" descr="绿勾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14827" y="3748"/>
              <a:ext cx="812" cy="795"/>
            </a:xfrm>
            <a:prstGeom prst="rect">
              <a:avLst/>
            </a:prstGeom>
          </p:spPr>
        </p:pic>
        <p:pic>
          <p:nvPicPr>
            <p:cNvPr id="345" name="图片 344" descr="红叉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13020" y="3865"/>
              <a:ext cx="253" cy="361"/>
            </a:xfrm>
            <a:prstGeom prst="rect">
              <a:avLst/>
            </a:prstGeom>
          </p:spPr>
        </p:pic>
      </p:grpSp>
      <p:grpSp>
        <p:nvGrpSpPr>
          <p:cNvPr id="346" name="组合 345"/>
          <p:cNvGrpSpPr/>
          <p:nvPr>
            <p:custDataLst>
              <p:tags r:id="rId39"/>
            </p:custDataLst>
          </p:nvPr>
        </p:nvGrpSpPr>
        <p:grpSpPr>
          <a:xfrm rot="0">
            <a:off x="1323340" y="3985260"/>
            <a:ext cx="2781935" cy="1158240"/>
            <a:chOff x="171" y="7144"/>
            <a:chExt cx="8904" cy="3352"/>
          </a:xfrm>
        </p:grpSpPr>
        <p:grpSp>
          <p:nvGrpSpPr>
            <p:cNvPr id="347" name="组合 346"/>
            <p:cNvGrpSpPr/>
            <p:nvPr/>
          </p:nvGrpSpPr>
          <p:grpSpPr>
            <a:xfrm>
              <a:off x="171" y="7144"/>
              <a:ext cx="8904" cy="3352"/>
              <a:chOff x="319" y="6840"/>
              <a:chExt cx="8904" cy="3352"/>
            </a:xfrm>
          </p:grpSpPr>
          <p:grpSp>
            <p:nvGrpSpPr>
              <p:cNvPr id="348" name="组合 347"/>
              <p:cNvGrpSpPr/>
              <p:nvPr/>
            </p:nvGrpSpPr>
            <p:grpSpPr>
              <a:xfrm rot="0">
                <a:off x="3264" y="6840"/>
                <a:ext cx="2867" cy="512"/>
                <a:chOff x="4228" y="5040"/>
                <a:chExt cx="3611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49" name="矩形 348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4228" y="5040"/>
                  <a:ext cx="1775" cy="544"/>
                </a:xfrm>
                <a:prstGeom prst="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0" name="矩形 349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6004" y="5040"/>
                  <a:ext cx="1835" cy="5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351" name="组合 350"/>
              <p:cNvGrpSpPr/>
              <p:nvPr/>
            </p:nvGrpSpPr>
            <p:grpSpPr>
              <a:xfrm rot="0">
                <a:off x="1258" y="8352"/>
                <a:ext cx="2067" cy="512"/>
                <a:chOff x="3478" y="5040"/>
                <a:chExt cx="3226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52" name="矩形 351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3478" y="5040"/>
                  <a:ext cx="1141" cy="544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3" name="矩形 352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4621" y="5040"/>
                  <a:ext cx="2083" cy="54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354" name="组合 353"/>
              <p:cNvGrpSpPr/>
              <p:nvPr/>
            </p:nvGrpSpPr>
            <p:grpSpPr>
              <a:xfrm rot="0">
                <a:off x="1258" y="8864"/>
                <a:ext cx="2339" cy="512"/>
                <a:chOff x="3478" y="5040"/>
                <a:chExt cx="2964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55" name="矩形 354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3478" y="5040"/>
                  <a:ext cx="1550" cy="544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6" name="矩形 355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5028" y="5040"/>
                  <a:ext cx="1414" cy="54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357" name="组合 356"/>
              <p:cNvGrpSpPr/>
              <p:nvPr/>
            </p:nvGrpSpPr>
            <p:grpSpPr>
              <a:xfrm rot="0">
                <a:off x="1258" y="9376"/>
                <a:ext cx="1792" cy="512"/>
                <a:chOff x="4228" y="5040"/>
                <a:chExt cx="3611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58" name="矩形 357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4228" y="5040"/>
                  <a:ext cx="1729" cy="544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9" name="矩形 358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5957" y="5040"/>
                  <a:ext cx="1882" cy="54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sp>
            <p:nvSpPr>
              <p:cNvPr id="360" name="矩形 359"/>
              <p:cNvSpPr/>
              <p:nvPr>
                <p:custDataLst>
                  <p:tags r:id="rId48"/>
                </p:custDataLst>
              </p:nvPr>
            </p:nvSpPr>
            <p:spPr>
              <a:xfrm>
                <a:off x="4865" y="8176"/>
                <a:ext cx="4359" cy="2016"/>
              </a:xfrm>
              <a:prstGeom prst="rect">
                <a:avLst/>
              </a:prstGeom>
              <a:noFill/>
              <a:ln w="15875" cmpd="sng">
                <a:solidFill>
                  <a:schemeClr val="bg2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800"/>
              </a:p>
            </p:txBody>
          </p:sp>
          <p:grpSp>
            <p:nvGrpSpPr>
              <p:cNvPr id="361" name="组合 360"/>
              <p:cNvGrpSpPr/>
              <p:nvPr/>
            </p:nvGrpSpPr>
            <p:grpSpPr>
              <a:xfrm rot="0">
                <a:off x="5111" y="8352"/>
                <a:ext cx="3984" cy="512"/>
                <a:chOff x="4228" y="5040"/>
                <a:chExt cx="3611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62" name="矩形 361"/>
                <p:cNvSpPr/>
                <p:nvPr>
                  <p:custDataLst>
                    <p:tags r:id="rId49"/>
                  </p:custDataLst>
                </p:nvPr>
              </p:nvSpPr>
              <p:spPr>
                <a:xfrm>
                  <a:off x="4228" y="5040"/>
                  <a:ext cx="1388" cy="544"/>
                </a:xfrm>
                <a:prstGeom prst="rect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3" name="矩形 362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5616" y="5040"/>
                  <a:ext cx="2223" cy="544"/>
                </a:xfrm>
                <a:prstGeom prst="rect">
                  <a:avLst/>
                </a:prstGeom>
                <a:solidFill>
                  <a:srgbClr val="C4A7E2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364" name="组合 363"/>
              <p:cNvGrpSpPr/>
              <p:nvPr/>
            </p:nvGrpSpPr>
            <p:grpSpPr>
              <a:xfrm rot="0">
                <a:off x="5111" y="8864"/>
                <a:ext cx="3698" cy="512"/>
                <a:chOff x="4228" y="5040"/>
                <a:chExt cx="3611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65" name="矩形 364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4228" y="5040"/>
                  <a:ext cx="1388" cy="544"/>
                </a:xfrm>
                <a:prstGeom prst="rect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6" name="矩形 365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5616" y="5040"/>
                  <a:ext cx="2223" cy="544"/>
                </a:xfrm>
                <a:prstGeom prst="rect">
                  <a:avLst/>
                </a:prstGeom>
                <a:solidFill>
                  <a:srgbClr val="C4A7E2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sp>
            <p:nvSpPr>
              <p:cNvPr id="367" name="矩形 366"/>
              <p:cNvSpPr/>
              <p:nvPr>
                <p:custDataLst>
                  <p:tags r:id="rId53"/>
                </p:custDataLst>
              </p:nvPr>
            </p:nvSpPr>
            <p:spPr>
              <a:xfrm>
                <a:off x="319" y="8176"/>
                <a:ext cx="4359" cy="2016"/>
              </a:xfrm>
              <a:prstGeom prst="rect">
                <a:avLst/>
              </a:prstGeom>
              <a:noFill/>
              <a:ln w="15875" cmpd="sng">
                <a:solidFill>
                  <a:schemeClr val="bg2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800"/>
              </a:p>
            </p:txBody>
          </p:sp>
          <p:grpSp>
            <p:nvGrpSpPr>
              <p:cNvPr id="368" name="组合 367"/>
              <p:cNvGrpSpPr/>
              <p:nvPr/>
            </p:nvGrpSpPr>
            <p:grpSpPr>
              <a:xfrm rot="0">
                <a:off x="5111" y="9376"/>
                <a:ext cx="3880" cy="512"/>
                <a:chOff x="4228" y="5040"/>
                <a:chExt cx="4968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69" name="矩形 368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4228" y="5040"/>
                  <a:ext cx="1305" cy="544"/>
                </a:xfrm>
                <a:prstGeom prst="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0" name="矩形 369"/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5534" y="5040"/>
                  <a:ext cx="3662" cy="5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5875" cap="sq" cmpd="sng">
                  <a:solidFill>
                    <a:schemeClr val="accent2"/>
                  </a:solidFill>
                  <a:prstDash val="sysDot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</p:grpSp>
        <p:cxnSp>
          <p:nvCxnSpPr>
            <p:cNvPr id="371" name="直接箭头连接符 370"/>
            <p:cNvCxnSpPr>
              <a:endCxn id="367" idx="0"/>
            </p:cNvCxnSpPr>
            <p:nvPr>
              <p:custDataLst>
                <p:tags r:id="rId56"/>
              </p:custDataLst>
            </p:nvPr>
          </p:nvCxnSpPr>
          <p:spPr>
            <a:xfrm flipH="1">
              <a:off x="2351" y="7692"/>
              <a:ext cx="2179" cy="788"/>
            </a:xfrm>
            <a:prstGeom prst="straightConnector1">
              <a:avLst/>
            </a:prstGeom>
            <a:ln w="19050"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2" name="直接箭头连接符 371"/>
            <p:cNvCxnSpPr/>
            <p:nvPr>
              <p:custDataLst>
                <p:tags r:id="rId57"/>
              </p:custDataLst>
            </p:nvPr>
          </p:nvCxnSpPr>
          <p:spPr>
            <a:xfrm>
              <a:off x="4514" y="7676"/>
              <a:ext cx="2400" cy="804"/>
            </a:xfrm>
            <a:prstGeom prst="straightConnector1">
              <a:avLst/>
            </a:prstGeom>
            <a:ln w="19050"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73" name="图片 372" descr="绿勾"/>
            <p:cNvPicPr>
              <a:picLocks noChangeAspect="1"/>
            </p:cNvPicPr>
            <p:nvPr>
              <p:custDataLst>
                <p:tags r:id="rId58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5397" y="7771"/>
              <a:ext cx="812" cy="795"/>
            </a:xfrm>
            <a:prstGeom prst="rect">
              <a:avLst/>
            </a:prstGeom>
          </p:spPr>
        </p:pic>
        <p:pic>
          <p:nvPicPr>
            <p:cNvPr id="374" name="图片 373" descr="红叉"/>
            <p:cNvPicPr>
              <a:picLocks noChangeAspect="1"/>
            </p:cNvPicPr>
            <p:nvPr>
              <p:custDataLst>
                <p:tags r:id="rId59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3444" y="7881"/>
              <a:ext cx="253" cy="361"/>
            </a:xfrm>
            <a:prstGeom prst="rect">
              <a:avLst/>
            </a:prstGeom>
          </p:spPr>
        </p:pic>
      </p:grpSp>
      <p:sp>
        <p:nvSpPr>
          <p:cNvPr id="375" name="文本框 374"/>
          <p:cNvSpPr txBox="1"/>
          <p:nvPr>
            <p:custDataLst>
              <p:tags r:id="rId60"/>
            </p:custDataLst>
          </p:nvPr>
        </p:nvSpPr>
        <p:spPr>
          <a:xfrm>
            <a:off x="4396105" y="3293745"/>
            <a:ext cx="136334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000">
                <a:latin typeface="Arial" panose="020B0604020202020204" pitchFamily="34" charset="0"/>
                <a:ea typeface="微软雅黑" panose="020B0503020204020204" pitchFamily="34" charset="-122"/>
              </a:rPr>
              <a:t>instance-A</a:t>
            </a:r>
            <a:endParaRPr lang="en-US" altLang="zh-CN" sz="1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6" name="文本框 375"/>
          <p:cNvSpPr txBox="1"/>
          <p:nvPr>
            <p:custDataLst>
              <p:tags r:id="rId61"/>
            </p:custDataLst>
          </p:nvPr>
        </p:nvSpPr>
        <p:spPr>
          <a:xfrm>
            <a:off x="5808345" y="3293745"/>
            <a:ext cx="137096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000">
                <a:latin typeface="Arial" panose="020B0604020202020204" pitchFamily="34" charset="0"/>
                <a:ea typeface="微软雅黑" panose="020B0503020204020204" pitchFamily="34" charset="-122"/>
              </a:rPr>
              <a:t>instance-B</a:t>
            </a:r>
            <a:endParaRPr lang="en-US" altLang="zh-CN" sz="1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7" name="文本框 376"/>
          <p:cNvSpPr txBox="1"/>
          <p:nvPr>
            <p:custDataLst>
              <p:tags r:id="rId62"/>
            </p:custDataLst>
          </p:nvPr>
        </p:nvSpPr>
        <p:spPr>
          <a:xfrm>
            <a:off x="1323340" y="3293745"/>
            <a:ext cx="136334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000">
                <a:latin typeface="Arial" panose="020B0604020202020204" pitchFamily="34" charset="0"/>
                <a:ea typeface="微软雅黑" panose="020B0503020204020204" pitchFamily="34" charset="-122"/>
              </a:rPr>
              <a:t>instance-A</a:t>
            </a:r>
            <a:endParaRPr lang="en-US" altLang="zh-CN" sz="1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8" name="文本框 377"/>
          <p:cNvSpPr txBox="1"/>
          <p:nvPr>
            <p:custDataLst>
              <p:tags r:id="rId63"/>
            </p:custDataLst>
          </p:nvPr>
        </p:nvSpPr>
        <p:spPr>
          <a:xfrm>
            <a:off x="2735580" y="3293745"/>
            <a:ext cx="137096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000">
                <a:latin typeface="Arial" panose="020B0604020202020204" pitchFamily="34" charset="0"/>
                <a:ea typeface="微软雅黑" panose="020B0503020204020204" pitchFamily="34" charset="-122"/>
              </a:rPr>
              <a:t>instance-B</a:t>
            </a:r>
            <a:endParaRPr lang="en-US" altLang="zh-CN" sz="1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9" name="文本框 378"/>
          <p:cNvSpPr txBox="1"/>
          <p:nvPr>
            <p:custDataLst>
              <p:tags r:id="rId64"/>
            </p:custDataLst>
          </p:nvPr>
        </p:nvSpPr>
        <p:spPr>
          <a:xfrm>
            <a:off x="1365250" y="5205730"/>
            <a:ext cx="136334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000">
                <a:latin typeface="Arial" panose="020B0604020202020204" pitchFamily="34" charset="0"/>
                <a:ea typeface="微软雅黑" panose="020B0503020204020204" pitchFamily="34" charset="-122"/>
              </a:rPr>
              <a:t>instance-A</a:t>
            </a:r>
            <a:endParaRPr lang="en-US" altLang="zh-CN" sz="1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0" name="文本框 379"/>
          <p:cNvSpPr txBox="1"/>
          <p:nvPr>
            <p:custDataLst>
              <p:tags r:id="rId65"/>
            </p:custDataLst>
          </p:nvPr>
        </p:nvSpPr>
        <p:spPr>
          <a:xfrm>
            <a:off x="2772410" y="5205730"/>
            <a:ext cx="137096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000">
                <a:latin typeface="Arial" panose="020B0604020202020204" pitchFamily="34" charset="0"/>
                <a:ea typeface="微软雅黑" panose="020B0503020204020204" pitchFamily="34" charset="-122"/>
              </a:rPr>
              <a:t>instance-B</a:t>
            </a:r>
            <a:endParaRPr lang="en-US" altLang="zh-CN" sz="1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66"/>
            </p:custDataLst>
          </p:nvPr>
        </p:nvGrpSpPr>
        <p:grpSpPr>
          <a:xfrm rot="0">
            <a:off x="4397375" y="3985260"/>
            <a:ext cx="2781935" cy="1158240"/>
            <a:chOff x="171" y="7144"/>
            <a:chExt cx="8904" cy="3352"/>
          </a:xfrm>
        </p:grpSpPr>
        <p:grpSp>
          <p:nvGrpSpPr>
            <p:cNvPr id="5" name="组合 4"/>
            <p:cNvGrpSpPr/>
            <p:nvPr/>
          </p:nvGrpSpPr>
          <p:grpSpPr>
            <a:xfrm>
              <a:off x="171" y="7144"/>
              <a:ext cx="8904" cy="3352"/>
              <a:chOff x="319" y="6840"/>
              <a:chExt cx="8904" cy="3352"/>
            </a:xfrm>
          </p:grpSpPr>
          <p:grpSp>
            <p:nvGrpSpPr>
              <p:cNvPr id="6" name="组合 5"/>
              <p:cNvGrpSpPr/>
              <p:nvPr/>
            </p:nvGrpSpPr>
            <p:grpSpPr>
              <a:xfrm rot="0">
                <a:off x="3264" y="6840"/>
                <a:ext cx="2867" cy="512"/>
                <a:chOff x="4228" y="5040"/>
                <a:chExt cx="3611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8" name="矩形 7"/>
                <p:cNvSpPr/>
                <p:nvPr>
                  <p:custDataLst>
                    <p:tags r:id="rId67"/>
                  </p:custDataLst>
                </p:nvPr>
              </p:nvSpPr>
              <p:spPr>
                <a:xfrm>
                  <a:off x="4228" y="5040"/>
                  <a:ext cx="1775" cy="544"/>
                </a:xfrm>
                <a:prstGeom prst="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" name="矩形 8"/>
                <p:cNvSpPr/>
                <p:nvPr>
                  <p:custDataLst>
                    <p:tags r:id="rId68"/>
                  </p:custDataLst>
                </p:nvPr>
              </p:nvSpPr>
              <p:spPr>
                <a:xfrm>
                  <a:off x="6004" y="5040"/>
                  <a:ext cx="1835" cy="5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 rot="0">
                <a:off x="1258" y="8352"/>
                <a:ext cx="2067" cy="512"/>
                <a:chOff x="3478" y="5040"/>
                <a:chExt cx="3226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11" name="矩形 10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3478" y="5040"/>
                  <a:ext cx="1141" cy="544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" name="矩形 11"/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4621" y="5040"/>
                  <a:ext cx="2083" cy="54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 rot="0">
                <a:off x="1258" y="8864"/>
                <a:ext cx="2339" cy="512"/>
                <a:chOff x="3478" y="5040"/>
                <a:chExt cx="2964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14" name="矩形 13"/>
                <p:cNvSpPr/>
                <p:nvPr>
                  <p:custDataLst>
                    <p:tags r:id="rId71"/>
                  </p:custDataLst>
                </p:nvPr>
              </p:nvSpPr>
              <p:spPr>
                <a:xfrm>
                  <a:off x="3478" y="5040"/>
                  <a:ext cx="1550" cy="544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矩形 14"/>
                <p:cNvSpPr/>
                <p:nvPr>
                  <p:custDataLst>
                    <p:tags r:id="rId72"/>
                  </p:custDataLst>
                </p:nvPr>
              </p:nvSpPr>
              <p:spPr>
                <a:xfrm>
                  <a:off x="5028" y="5040"/>
                  <a:ext cx="1414" cy="54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 rot="0">
                <a:off x="1258" y="9376"/>
                <a:ext cx="1792" cy="512"/>
                <a:chOff x="4228" y="5040"/>
                <a:chExt cx="3611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17" name="矩形 16"/>
                <p:cNvSpPr/>
                <p:nvPr>
                  <p:custDataLst>
                    <p:tags r:id="rId73"/>
                  </p:custDataLst>
                </p:nvPr>
              </p:nvSpPr>
              <p:spPr>
                <a:xfrm>
                  <a:off x="4228" y="5040"/>
                  <a:ext cx="1729" cy="544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矩形 17"/>
                <p:cNvSpPr/>
                <p:nvPr>
                  <p:custDataLst>
                    <p:tags r:id="rId74"/>
                  </p:custDataLst>
                </p:nvPr>
              </p:nvSpPr>
              <p:spPr>
                <a:xfrm>
                  <a:off x="5957" y="5040"/>
                  <a:ext cx="1882" cy="54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sp>
            <p:nvSpPr>
              <p:cNvPr id="19" name="矩形 18"/>
              <p:cNvSpPr/>
              <p:nvPr>
                <p:custDataLst>
                  <p:tags r:id="rId75"/>
                </p:custDataLst>
              </p:nvPr>
            </p:nvSpPr>
            <p:spPr>
              <a:xfrm>
                <a:off x="4865" y="8176"/>
                <a:ext cx="4359" cy="2016"/>
              </a:xfrm>
              <a:prstGeom prst="rect">
                <a:avLst/>
              </a:prstGeom>
              <a:noFill/>
              <a:ln w="15875" cmpd="sng">
                <a:solidFill>
                  <a:schemeClr val="bg2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800"/>
              </a:p>
            </p:txBody>
          </p:sp>
          <p:grpSp>
            <p:nvGrpSpPr>
              <p:cNvPr id="20" name="组合 19"/>
              <p:cNvGrpSpPr/>
              <p:nvPr/>
            </p:nvGrpSpPr>
            <p:grpSpPr>
              <a:xfrm rot="0">
                <a:off x="5111" y="8352"/>
                <a:ext cx="3984" cy="512"/>
                <a:chOff x="4228" y="5040"/>
                <a:chExt cx="3611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21" name="矩形 20"/>
                <p:cNvSpPr/>
                <p:nvPr>
                  <p:custDataLst>
                    <p:tags r:id="rId76"/>
                  </p:custDataLst>
                </p:nvPr>
              </p:nvSpPr>
              <p:spPr>
                <a:xfrm>
                  <a:off x="4228" y="5040"/>
                  <a:ext cx="1388" cy="544"/>
                </a:xfrm>
                <a:prstGeom prst="rect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矩形 21"/>
                <p:cNvSpPr/>
                <p:nvPr>
                  <p:custDataLst>
                    <p:tags r:id="rId77"/>
                  </p:custDataLst>
                </p:nvPr>
              </p:nvSpPr>
              <p:spPr>
                <a:xfrm>
                  <a:off x="5616" y="5040"/>
                  <a:ext cx="2223" cy="544"/>
                </a:xfrm>
                <a:prstGeom prst="rect">
                  <a:avLst/>
                </a:prstGeom>
                <a:solidFill>
                  <a:srgbClr val="C4A7E2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 rot="0">
                <a:off x="5111" y="8864"/>
                <a:ext cx="3698" cy="512"/>
                <a:chOff x="4228" y="5040"/>
                <a:chExt cx="3611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24" name="矩形 23"/>
                <p:cNvSpPr/>
                <p:nvPr>
                  <p:custDataLst>
                    <p:tags r:id="rId78"/>
                  </p:custDataLst>
                </p:nvPr>
              </p:nvSpPr>
              <p:spPr>
                <a:xfrm>
                  <a:off x="4228" y="5040"/>
                  <a:ext cx="1388" cy="544"/>
                </a:xfrm>
                <a:prstGeom prst="rect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矩形 24"/>
                <p:cNvSpPr/>
                <p:nvPr>
                  <p:custDataLst>
                    <p:tags r:id="rId79"/>
                  </p:custDataLst>
                </p:nvPr>
              </p:nvSpPr>
              <p:spPr>
                <a:xfrm>
                  <a:off x="5616" y="5040"/>
                  <a:ext cx="2223" cy="544"/>
                </a:xfrm>
                <a:prstGeom prst="rect">
                  <a:avLst/>
                </a:prstGeom>
                <a:solidFill>
                  <a:srgbClr val="C4A7E2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  <p:sp>
            <p:nvSpPr>
              <p:cNvPr id="26" name="矩形 25"/>
              <p:cNvSpPr/>
              <p:nvPr>
                <p:custDataLst>
                  <p:tags r:id="rId80"/>
                </p:custDataLst>
              </p:nvPr>
            </p:nvSpPr>
            <p:spPr>
              <a:xfrm>
                <a:off x="319" y="8176"/>
                <a:ext cx="4359" cy="2016"/>
              </a:xfrm>
              <a:prstGeom prst="rect">
                <a:avLst/>
              </a:prstGeom>
              <a:noFill/>
              <a:ln w="15875" cmpd="sng">
                <a:solidFill>
                  <a:schemeClr val="bg2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800"/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 rot="0">
                <a:off x="5111" y="9376"/>
                <a:ext cx="3880" cy="512"/>
                <a:chOff x="4228" y="5040"/>
                <a:chExt cx="4968" cy="54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28" name="矩形 27"/>
                <p:cNvSpPr/>
                <p:nvPr>
                  <p:custDataLst>
                    <p:tags r:id="rId81"/>
                  </p:custDataLst>
                </p:nvPr>
              </p:nvSpPr>
              <p:spPr>
                <a:xfrm>
                  <a:off x="4228" y="5040"/>
                  <a:ext cx="1305" cy="544"/>
                </a:xfrm>
                <a:prstGeom prst="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矩形 28"/>
                <p:cNvSpPr/>
                <p:nvPr>
                  <p:custDataLst>
                    <p:tags r:id="rId82"/>
                  </p:custDataLst>
                </p:nvPr>
              </p:nvSpPr>
              <p:spPr>
                <a:xfrm>
                  <a:off x="5534" y="5040"/>
                  <a:ext cx="3662" cy="5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5875" cap="sq" cmpd="sng">
                  <a:solidFill>
                    <a:schemeClr val="accent2"/>
                  </a:solidFill>
                  <a:prstDash val="sysDot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endParaRPr>
                </a:p>
              </p:txBody>
            </p:sp>
          </p:grpSp>
        </p:grpSp>
        <p:cxnSp>
          <p:nvCxnSpPr>
            <p:cNvPr id="30" name="直接箭头连接符 29"/>
            <p:cNvCxnSpPr>
              <a:endCxn id="26" idx="0"/>
            </p:cNvCxnSpPr>
            <p:nvPr>
              <p:custDataLst>
                <p:tags r:id="rId83"/>
              </p:custDataLst>
            </p:nvPr>
          </p:nvCxnSpPr>
          <p:spPr>
            <a:xfrm flipH="1">
              <a:off x="2351" y="7692"/>
              <a:ext cx="2179" cy="788"/>
            </a:xfrm>
            <a:prstGeom prst="straightConnector1">
              <a:avLst/>
            </a:prstGeom>
            <a:ln w="19050"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>
              <p:custDataLst>
                <p:tags r:id="rId84"/>
              </p:custDataLst>
            </p:nvPr>
          </p:nvCxnSpPr>
          <p:spPr>
            <a:xfrm>
              <a:off x="4514" y="7676"/>
              <a:ext cx="2400" cy="804"/>
            </a:xfrm>
            <a:prstGeom prst="straightConnector1">
              <a:avLst/>
            </a:prstGeom>
            <a:ln w="19050"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2" name="图片 31" descr="绿勾"/>
            <p:cNvPicPr>
              <a:picLocks noChangeAspect="1"/>
            </p:cNvPicPr>
            <p:nvPr>
              <p:custDataLst>
                <p:tags r:id="rId85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3115" y="7692"/>
              <a:ext cx="812" cy="795"/>
            </a:xfrm>
            <a:prstGeom prst="rect">
              <a:avLst/>
            </a:prstGeom>
          </p:spPr>
        </p:pic>
        <p:pic>
          <p:nvPicPr>
            <p:cNvPr id="33" name="图片 32" descr="红叉"/>
            <p:cNvPicPr>
              <a:picLocks noChangeAspect="1"/>
            </p:cNvPicPr>
            <p:nvPr>
              <p:custDataLst>
                <p:tags r:id="rId86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5921" y="7978"/>
              <a:ext cx="253" cy="361"/>
            </a:xfrm>
            <a:prstGeom prst="rect">
              <a:avLst/>
            </a:prstGeom>
          </p:spPr>
        </p:pic>
      </p:grpSp>
      <p:sp>
        <p:nvSpPr>
          <p:cNvPr id="40" name="文本框 39"/>
          <p:cNvSpPr txBox="1"/>
          <p:nvPr>
            <p:custDataLst>
              <p:tags r:id="rId87"/>
            </p:custDataLst>
          </p:nvPr>
        </p:nvSpPr>
        <p:spPr>
          <a:xfrm>
            <a:off x="4397375" y="5205730"/>
            <a:ext cx="136334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000">
                <a:latin typeface="Arial" panose="020B0604020202020204" pitchFamily="34" charset="0"/>
                <a:ea typeface="微软雅黑" panose="020B0503020204020204" pitchFamily="34" charset="-122"/>
              </a:rPr>
              <a:t>instance-A</a:t>
            </a:r>
            <a:endParaRPr lang="en-US" altLang="zh-CN" sz="1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88"/>
            </p:custDataLst>
          </p:nvPr>
        </p:nvSpPr>
        <p:spPr>
          <a:xfrm>
            <a:off x="5796280" y="5205730"/>
            <a:ext cx="137096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000">
                <a:latin typeface="Arial" panose="020B0604020202020204" pitchFamily="34" charset="0"/>
                <a:ea typeface="微软雅黑" panose="020B0503020204020204" pitchFamily="34" charset="-122"/>
              </a:rPr>
              <a:t>instance-B</a:t>
            </a:r>
            <a:endParaRPr lang="en-US" altLang="zh-CN" sz="1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277735" y="6525260"/>
            <a:ext cx="1866265" cy="28511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en-US" altLang="zh-CN" dirty="0"/>
          </a:p>
        </p:txBody>
      </p:sp>
      <p:grpSp>
        <p:nvGrpSpPr>
          <p:cNvPr id="12" name="组合 11"/>
          <p:cNvGrpSpPr/>
          <p:nvPr/>
        </p:nvGrpSpPr>
        <p:grpSpPr>
          <a:xfrm>
            <a:off x="107315" y="1620520"/>
            <a:ext cx="8741410" cy="3752850"/>
            <a:chOff x="56" y="3890"/>
            <a:chExt cx="13766" cy="5910"/>
          </a:xfrm>
        </p:grpSpPr>
        <p:sp>
          <p:nvSpPr>
            <p:cNvPr id="15" name="文本框 14"/>
            <p:cNvSpPr txBox="1"/>
            <p:nvPr/>
          </p:nvSpPr>
          <p:spPr>
            <a:xfrm>
              <a:off x="10424" y="5854"/>
              <a:ext cx="3304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pitchFamily="34" charset="-122"/>
                </a:rPr>
                <a:t>input token</a:t>
              </a:r>
              <a:endParaRPr lang="en-US" altLang="zh-CN" sz="180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424" y="6454"/>
              <a:ext cx="3375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pitchFamily="34" charset="-122"/>
                </a:rPr>
                <a:t>output token</a:t>
              </a:r>
              <a:endParaRPr lang="en-US" altLang="zh-CN" sz="180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160" name="组合 159"/>
            <p:cNvGrpSpPr/>
            <p:nvPr/>
          </p:nvGrpSpPr>
          <p:grpSpPr>
            <a:xfrm rot="0">
              <a:off x="457" y="3890"/>
              <a:ext cx="7673" cy="2174"/>
              <a:chOff x="-444" y="6274"/>
              <a:chExt cx="11517" cy="2753"/>
            </a:xfrm>
          </p:grpSpPr>
          <p:cxnSp>
            <p:nvCxnSpPr>
              <p:cNvPr id="2" name="直接连接符 1"/>
              <p:cNvCxnSpPr/>
              <p:nvPr/>
            </p:nvCxnSpPr>
            <p:spPr>
              <a:xfrm>
                <a:off x="1071" y="6435"/>
                <a:ext cx="10000" cy="16"/>
              </a:xfrm>
              <a:prstGeom prst="line">
                <a:avLst/>
              </a:prstGeom>
              <a:ln w="19050"/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/>
              <p:nvPr/>
            </p:nvCxnSpPr>
            <p:spPr>
              <a:xfrm>
                <a:off x="1073" y="7531"/>
                <a:ext cx="10000" cy="16"/>
              </a:xfrm>
              <a:prstGeom prst="line">
                <a:avLst/>
              </a:prstGeom>
              <a:ln w="19050"/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>
                <a:off x="1071" y="7915"/>
                <a:ext cx="10000" cy="16"/>
              </a:xfrm>
              <a:prstGeom prst="line">
                <a:avLst/>
              </a:prstGeom>
              <a:ln w="19050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1073" y="9011"/>
                <a:ext cx="10000" cy="16"/>
              </a:xfrm>
              <a:prstGeom prst="line">
                <a:avLst/>
              </a:prstGeom>
              <a:ln w="19050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" name="肘形连接符 8"/>
              <p:cNvCxnSpPr>
                <a:stCxn id="159" idx="1"/>
                <a:endCxn id="150" idx="1"/>
              </p:cNvCxnSpPr>
              <p:nvPr/>
            </p:nvCxnSpPr>
            <p:spPr>
              <a:xfrm rot="10800000" flipH="1">
                <a:off x="1467" y="6976"/>
                <a:ext cx="5" cy="1464"/>
              </a:xfrm>
              <a:prstGeom prst="bentConnector3">
                <a:avLst>
                  <a:gd name="adj1" fmla="val -25420000"/>
                </a:avLst>
              </a:prstGeom>
              <a:ln w="19050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" name="文本框 9"/>
              <p:cNvSpPr txBox="1"/>
              <p:nvPr/>
            </p:nvSpPr>
            <p:spPr>
              <a:xfrm>
                <a:off x="-444" y="6274"/>
                <a:ext cx="1719" cy="55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:r>
                  <a:rPr lang="en-US" altLang="zh-CN" sz="1200">
                    <a:latin typeface="Arial" panose="020B0604020202020204" pitchFamily="34" charset="0"/>
                    <a:ea typeface="微软雅黑" panose="020B0503020204020204" pitchFamily="34" charset="-122"/>
                  </a:rPr>
                  <a:t>Mn=10</a:t>
                </a:r>
                <a:endParaRPr lang="en-US" altLang="zh-CN" sz="12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1" name="图片 10" descr="绿勾"/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2"/>
              <a:stretch>
                <a:fillRect/>
              </a:stretch>
            </p:blipFill>
            <p:spPr>
              <a:xfrm>
                <a:off x="-103" y="6541"/>
                <a:ext cx="723" cy="434"/>
              </a:xfrm>
              <a:prstGeom prst="rect">
                <a:avLst/>
              </a:prstGeom>
            </p:spPr>
          </p:pic>
          <p:grpSp>
            <p:nvGrpSpPr>
              <p:cNvPr id="153" name="组合 152"/>
              <p:cNvGrpSpPr/>
              <p:nvPr/>
            </p:nvGrpSpPr>
            <p:grpSpPr>
              <a:xfrm>
                <a:off x="1467" y="6684"/>
                <a:ext cx="9424" cy="584"/>
                <a:chOff x="1467" y="6684"/>
                <a:chExt cx="9424" cy="584"/>
              </a:xfrm>
            </p:grpSpPr>
            <p:sp>
              <p:nvSpPr>
                <p:cNvPr id="141" name="矩形 140"/>
                <p:cNvSpPr/>
                <p:nvPr/>
              </p:nvSpPr>
              <p:spPr>
                <a:xfrm>
                  <a:off x="3355" y="6684"/>
                  <a:ext cx="944" cy="58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2</a:t>
                  </a:r>
                  <a:endParaRPr lang="en-US" altLang="zh-CN"/>
                </a:p>
              </p:txBody>
            </p:sp>
            <p:sp>
              <p:nvSpPr>
                <p:cNvPr id="142" name="矩形 141"/>
                <p:cNvSpPr/>
                <p:nvPr/>
              </p:nvSpPr>
              <p:spPr>
                <a:xfrm>
                  <a:off x="5243" y="6684"/>
                  <a:ext cx="944" cy="58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2</a:t>
                  </a:r>
                  <a:endParaRPr lang="en-US" altLang="zh-CN"/>
                </a:p>
              </p:txBody>
            </p:sp>
            <p:sp>
              <p:nvSpPr>
                <p:cNvPr id="143" name="矩形 142"/>
                <p:cNvSpPr/>
                <p:nvPr/>
              </p:nvSpPr>
              <p:spPr>
                <a:xfrm>
                  <a:off x="4299" y="6684"/>
                  <a:ext cx="944" cy="58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2</a:t>
                  </a:r>
                  <a:endParaRPr lang="en-US" altLang="zh-CN"/>
                </a:p>
              </p:txBody>
            </p:sp>
            <p:sp>
              <p:nvSpPr>
                <p:cNvPr id="144" name="矩形 143"/>
                <p:cNvSpPr/>
                <p:nvPr/>
              </p:nvSpPr>
              <p:spPr>
                <a:xfrm>
                  <a:off x="6187" y="6684"/>
                  <a:ext cx="944" cy="58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1</a:t>
                  </a:r>
                  <a:endParaRPr lang="en-US" altLang="zh-CN"/>
                </a:p>
              </p:txBody>
            </p:sp>
            <p:sp>
              <p:nvSpPr>
                <p:cNvPr id="145" name="矩形 144"/>
                <p:cNvSpPr/>
                <p:nvPr/>
              </p:nvSpPr>
              <p:spPr>
                <a:xfrm>
                  <a:off x="9947" y="6684"/>
                  <a:ext cx="944" cy="58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1</a:t>
                  </a:r>
                  <a:endParaRPr lang="en-US" altLang="zh-CN"/>
                </a:p>
              </p:txBody>
            </p:sp>
            <p:sp>
              <p:nvSpPr>
                <p:cNvPr id="146" name="矩形 145"/>
                <p:cNvSpPr/>
                <p:nvPr/>
              </p:nvSpPr>
              <p:spPr>
                <a:xfrm>
                  <a:off x="2411" y="6684"/>
                  <a:ext cx="944" cy="58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7" name="矩形 146"/>
                <p:cNvSpPr/>
                <p:nvPr/>
              </p:nvSpPr>
              <p:spPr>
                <a:xfrm>
                  <a:off x="8075" y="6684"/>
                  <a:ext cx="944" cy="58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1</a:t>
                  </a:r>
                  <a:endParaRPr lang="en-US" altLang="zh-CN"/>
                </a:p>
              </p:txBody>
            </p:sp>
            <p:sp>
              <p:nvSpPr>
                <p:cNvPr id="148" name="矩形 147"/>
                <p:cNvSpPr/>
                <p:nvPr/>
              </p:nvSpPr>
              <p:spPr>
                <a:xfrm>
                  <a:off x="9019" y="6684"/>
                  <a:ext cx="944" cy="58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1</a:t>
                  </a:r>
                  <a:endParaRPr lang="en-US" altLang="zh-CN"/>
                </a:p>
              </p:txBody>
            </p:sp>
            <p:sp>
              <p:nvSpPr>
                <p:cNvPr id="149" name="矩形 148"/>
                <p:cNvSpPr/>
                <p:nvPr/>
              </p:nvSpPr>
              <p:spPr>
                <a:xfrm>
                  <a:off x="7131" y="6684"/>
                  <a:ext cx="944" cy="58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1</a:t>
                  </a:r>
                  <a:endParaRPr lang="en-US" altLang="zh-CN"/>
                </a:p>
              </p:txBody>
            </p:sp>
            <p:sp>
              <p:nvSpPr>
                <p:cNvPr id="150" name="矩形 149"/>
                <p:cNvSpPr/>
                <p:nvPr/>
              </p:nvSpPr>
              <p:spPr>
                <a:xfrm>
                  <a:off x="1467" y="6684"/>
                  <a:ext cx="944" cy="58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58" name="矩形 157"/>
              <p:cNvSpPr/>
              <p:nvPr/>
            </p:nvSpPr>
            <p:spPr>
              <a:xfrm>
                <a:off x="2411" y="8148"/>
                <a:ext cx="944" cy="58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3</a:t>
                </a:r>
                <a:endParaRPr lang="en-US" altLang="zh-CN"/>
              </a:p>
            </p:txBody>
          </p:sp>
          <p:sp>
            <p:nvSpPr>
              <p:cNvPr id="159" name="矩形 158"/>
              <p:cNvSpPr/>
              <p:nvPr/>
            </p:nvSpPr>
            <p:spPr>
              <a:xfrm>
                <a:off x="1467" y="8148"/>
                <a:ext cx="944" cy="58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3</a:t>
                </a:r>
                <a:endParaRPr lang="en-US" altLang="zh-CN"/>
              </a:p>
            </p:txBody>
          </p:sp>
        </p:grpSp>
        <p:grpSp>
          <p:nvGrpSpPr>
            <p:cNvPr id="201" name="组合 200"/>
            <p:cNvGrpSpPr/>
            <p:nvPr/>
          </p:nvGrpSpPr>
          <p:grpSpPr>
            <a:xfrm rot="0">
              <a:off x="56" y="6895"/>
              <a:ext cx="8623" cy="2159"/>
              <a:chOff x="8932" y="6273"/>
              <a:chExt cx="9859" cy="2770"/>
            </a:xfrm>
          </p:grpSpPr>
          <p:cxnSp>
            <p:nvCxnSpPr>
              <p:cNvPr id="162" name="直接连接符 161"/>
              <p:cNvCxnSpPr/>
              <p:nvPr/>
            </p:nvCxnSpPr>
            <p:spPr>
              <a:xfrm>
                <a:off x="9859" y="6431"/>
                <a:ext cx="8788" cy="20"/>
              </a:xfrm>
              <a:prstGeom prst="line">
                <a:avLst/>
              </a:prstGeom>
              <a:ln w="19050"/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>
                <a:off x="9860" y="7541"/>
                <a:ext cx="8771" cy="14"/>
              </a:xfrm>
              <a:prstGeom prst="line">
                <a:avLst/>
              </a:prstGeom>
              <a:ln w="19050"/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>
                <a:off x="9859" y="7930"/>
                <a:ext cx="8900" cy="9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/>
              <p:cNvCxnSpPr/>
              <p:nvPr/>
            </p:nvCxnSpPr>
            <p:spPr>
              <a:xfrm>
                <a:off x="9860" y="9040"/>
                <a:ext cx="8931" cy="3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6" name="肘形连接符 165"/>
              <p:cNvCxnSpPr>
                <a:stCxn id="185" idx="1"/>
                <a:endCxn id="179" idx="1"/>
              </p:cNvCxnSpPr>
              <p:nvPr/>
            </p:nvCxnSpPr>
            <p:spPr>
              <a:xfrm rot="10800000" flipH="1">
                <a:off x="10160" y="6979"/>
                <a:ext cx="4" cy="1483"/>
              </a:xfrm>
              <a:prstGeom prst="bentConnector3">
                <a:avLst>
                  <a:gd name="adj1" fmla="val -25420000"/>
                </a:avLst>
              </a:prstGeom>
              <a:ln w="19050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7" name="文本框 166"/>
              <p:cNvSpPr txBox="1"/>
              <p:nvPr/>
            </p:nvSpPr>
            <p:spPr>
              <a:xfrm>
                <a:off x="8932" y="6273"/>
                <a:ext cx="1268" cy="1282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:r>
                  <a:rPr lang="en-US" altLang="zh-CN" sz="1200">
                    <a:latin typeface="Arial" panose="020B0604020202020204" pitchFamily="34" charset="0"/>
                    <a:ea typeface="微软雅黑" panose="020B0503020204020204" pitchFamily="34" charset="-122"/>
                  </a:rPr>
                  <a:t>Mn=14</a:t>
                </a:r>
                <a:endParaRPr lang="en-US" altLang="zh-CN" sz="12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69" name="组合 168"/>
              <p:cNvGrpSpPr/>
              <p:nvPr/>
            </p:nvGrpSpPr>
            <p:grpSpPr>
              <a:xfrm rot="0">
                <a:off x="10160" y="6683"/>
                <a:ext cx="7180" cy="591"/>
                <a:chOff x="1467" y="6684"/>
                <a:chExt cx="9424" cy="584"/>
              </a:xfrm>
            </p:grpSpPr>
            <p:sp>
              <p:nvSpPr>
                <p:cNvPr id="170" name="矩形 169"/>
                <p:cNvSpPr/>
                <p:nvPr/>
              </p:nvSpPr>
              <p:spPr>
                <a:xfrm>
                  <a:off x="3355" y="6684"/>
                  <a:ext cx="944" cy="58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rgbClr val="FAFAFA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1*</a:t>
                  </a:r>
                  <a:endParaRPr lang="en-US" altLang="zh-CN"/>
                </a:p>
              </p:txBody>
            </p:sp>
            <p:sp>
              <p:nvSpPr>
                <p:cNvPr id="171" name="矩形 170"/>
                <p:cNvSpPr/>
                <p:nvPr/>
              </p:nvSpPr>
              <p:spPr>
                <a:xfrm>
                  <a:off x="5243" y="6684"/>
                  <a:ext cx="944" cy="58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rgbClr val="FAFAFA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1*</a:t>
                  </a:r>
                  <a:endParaRPr lang="en-US" altLang="zh-CN"/>
                </a:p>
              </p:txBody>
            </p:sp>
            <p:sp>
              <p:nvSpPr>
                <p:cNvPr id="172" name="矩形 171"/>
                <p:cNvSpPr/>
                <p:nvPr/>
              </p:nvSpPr>
              <p:spPr>
                <a:xfrm>
                  <a:off x="4299" y="6684"/>
                  <a:ext cx="944" cy="58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rgbClr val="FAFAFA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1*</a:t>
                  </a:r>
                  <a:endParaRPr lang="en-US" altLang="zh-CN"/>
                </a:p>
              </p:txBody>
            </p:sp>
            <p:sp>
              <p:nvSpPr>
                <p:cNvPr id="173" name="矩形 172"/>
                <p:cNvSpPr/>
                <p:nvPr/>
              </p:nvSpPr>
              <p:spPr>
                <a:xfrm>
                  <a:off x="6187" y="6684"/>
                  <a:ext cx="944" cy="58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2700" cmpd="sng">
                  <a:solidFill>
                    <a:srgbClr val="FAFAFA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1*</a:t>
                  </a:r>
                  <a:endParaRPr lang="en-US" altLang="zh-CN"/>
                </a:p>
              </p:txBody>
            </p:sp>
            <p:sp>
              <p:nvSpPr>
                <p:cNvPr id="174" name="矩形 173"/>
                <p:cNvSpPr/>
                <p:nvPr/>
              </p:nvSpPr>
              <p:spPr>
                <a:xfrm>
                  <a:off x="9947" y="6684"/>
                  <a:ext cx="944" cy="58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FAFAFA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1</a:t>
                  </a:r>
                  <a:endParaRPr lang="en-US" altLang="zh-CN"/>
                </a:p>
              </p:txBody>
            </p:sp>
            <p:sp>
              <p:nvSpPr>
                <p:cNvPr id="175" name="矩形 174"/>
                <p:cNvSpPr/>
                <p:nvPr/>
              </p:nvSpPr>
              <p:spPr>
                <a:xfrm>
                  <a:off x="2411" y="6684"/>
                  <a:ext cx="944" cy="58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FAFAFA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/>
                </a:p>
              </p:txBody>
            </p:sp>
            <p:sp>
              <p:nvSpPr>
                <p:cNvPr id="176" name="矩形 175"/>
                <p:cNvSpPr/>
                <p:nvPr/>
              </p:nvSpPr>
              <p:spPr>
                <a:xfrm>
                  <a:off x="8075" y="6684"/>
                  <a:ext cx="944" cy="58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FAFAFA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1</a:t>
                  </a:r>
                  <a:endParaRPr lang="en-US" altLang="zh-CN"/>
                </a:p>
              </p:txBody>
            </p:sp>
            <p:sp>
              <p:nvSpPr>
                <p:cNvPr id="177" name="矩形 176"/>
                <p:cNvSpPr/>
                <p:nvPr/>
              </p:nvSpPr>
              <p:spPr>
                <a:xfrm>
                  <a:off x="9019" y="6684"/>
                  <a:ext cx="944" cy="58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FAFAFA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1</a:t>
                  </a:r>
                  <a:endParaRPr lang="en-US" altLang="zh-CN"/>
                </a:p>
              </p:txBody>
            </p:sp>
            <p:sp>
              <p:nvSpPr>
                <p:cNvPr id="178" name="矩形 177"/>
                <p:cNvSpPr/>
                <p:nvPr/>
              </p:nvSpPr>
              <p:spPr>
                <a:xfrm>
                  <a:off x="7131" y="6684"/>
                  <a:ext cx="944" cy="58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FAFAFA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1</a:t>
                  </a:r>
                  <a:endParaRPr lang="en-US" altLang="zh-CN"/>
                </a:p>
              </p:txBody>
            </p:sp>
            <p:sp>
              <p:nvSpPr>
                <p:cNvPr id="179" name="矩形 178"/>
                <p:cNvSpPr/>
                <p:nvPr/>
              </p:nvSpPr>
              <p:spPr>
                <a:xfrm>
                  <a:off x="1467" y="6684"/>
                  <a:ext cx="944" cy="58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FAFAFA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84" name="矩形 183"/>
              <p:cNvSpPr/>
              <p:nvPr/>
            </p:nvSpPr>
            <p:spPr>
              <a:xfrm>
                <a:off x="10880" y="8166"/>
                <a:ext cx="719" cy="591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2</a:t>
                </a:r>
                <a:endParaRPr lang="en-US" altLang="zh-CN"/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10160" y="8166"/>
                <a:ext cx="719" cy="591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2</a:t>
                </a:r>
                <a:endParaRPr lang="en-US" altLang="zh-CN"/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11599" y="8166"/>
                <a:ext cx="719" cy="59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2*</a:t>
                </a:r>
                <a:endParaRPr lang="en-US" altLang="zh-CN"/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12318" y="8166"/>
                <a:ext cx="719" cy="59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2*</a:t>
                </a:r>
                <a:endParaRPr lang="en-US" altLang="zh-CN"/>
              </a:p>
            </p:txBody>
          </p:sp>
          <p:grpSp>
            <p:nvGrpSpPr>
              <p:cNvPr id="193" name="组合 192"/>
              <p:cNvGrpSpPr/>
              <p:nvPr/>
            </p:nvGrpSpPr>
            <p:grpSpPr>
              <a:xfrm>
                <a:off x="13037" y="8166"/>
                <a:ext cx="2877" cy="591"/>
                <a:chOff x="13037" y="8150"/>
                <a:chExt cx="2877" cy="591"/>
              </a:xfrm>
            </p:grpSpPr>
            <p:sp>
              <p:nvSpPr>
                <p:cNvPr id="189" name="矩形 188"/>
                <p:cNvSpPr/>
                <p:nvPr/>
              </p:nvSpPr>
              <p:spPr>
                <a:xfrm>
                  <a:off x="13757" y="8150"/>
                  <a:ext cx="719" cy="591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2*</a:t>
                  </a:r>
                  <a:endParaRPr lang="en-US" altLang="zh-CN"/>
                </a:p>
              </p:txBody>
            </p:sp>
            <p:sp>
              <p:nvSpPr>
                <p:cNvPr id="190" name="矩形 189"/>
                <p:cNvSpPr/>
                <p:nvPr/>
              </p:nvSpPr>
              <p:spPr>
                <a:xfrm>
                  <a:off x="13037" y="8150"/>
                  <a:ext cx="719" cy="591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2*</a:t>
                  </a:r>
                  <a:endParaRPr lang="en-US" altLang="zh-CN"/>
                </a:p>
              </p:txBody>
            </p:sp>
            <p:sp>
              <p:nvSpPr>
                <p:cNvPr id="191" name="矩形 190"/>
                <p:cNvSpPr/>
                <p:nvPr/>
              </p:nvSpPr>
              <p:spPr>
                <a:xfrm>
                  <a:off x="14476" y="8150"/>
                  <a:ext cx="719" cy="591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3</a:t>
                  </a:r>
                  <a:endParaRPr lang="en-US" altLang="zh-CN"/>
                </a:p>
              </p:txBody>
            </p:sp>
            <p:sp>
              <p:nvSpPr>
                <p:cNvPr id="192" name="矩形 191"/>
                <p:cNvSpPr/>
                <p:nvPr/>
              </p:nvSpPr>
              <p:spPr>
                <a:xfrm>
                  <a:off x="15195" y="8150"/>
                  <a:ext cx="719" cy="591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3</a:t>
                  </a:r>
                  <a:endParaRPr lang="en-US" altLang="zh-CN"/>
                </a:p>
              </p:txBody>
            </p:sp>
          </p:grpSp>
          <p:sp>
            <p:nvSpPr>
              <p:cNvPr id="195" name="矩形 194"/>
              <p:cNvSpPr/>
              <p:nvPr/>
            </p:nvSpPr>
            <p:spPr>
              <a:xfrm>
                <a:off x="16634" y="8166"/>
                <a:ext cx="719" cy="59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3*</a:t>
                </a:r>
                <a:endParaRPr lang="en-US" altLang="zh-CN"/>
              </a:p>
            </p:txBody>
          </p:sp>
          <p:sp>
            <p:nvSpPr>
              <p:cNvPr id="196" name="矩形 195"/>
              <p:cNvSpPr/>
              <p:nvPr/>
            </p:nvSpPr>
            <p:spPr>
              <a:xfrm>
                <a:off x="15914" y="8166"/>
                <a:ext cx="719" cy="59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3*</a:t>
                </a:r>
                <a:endParaRPr lang="en-US" altLang="zh-CN"/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17353" y="8166"/>
                <a:ext cx="719" cy="59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3*</a:t>
                </a:r>
                <a:endParaRPr lang="en-US" altLang="zh-CN"/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18072" y="8166"/>
                <a:ext cx="719" cy="59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3*</a:t>
                </a:r>
                <a:endParaRPr lang="en-US" altLang="zh-CN"/>
              </a:p>
            </p:txBody>
          </p:sp>
          <p:pic>
            <p:nvPicPr>
              <p:cNvPr id="200" name="图片 199" descr="红叉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>
                <a:off x="9458" y="6611"/>
                <a:ext cx="192" cy="305"/>
              </a:xfrm>
              <a:prstGeom prst="rect">
                <a:avLst/>
              </a:prstGeom>
            </p:spPr>
          </p:pic>
        </p:grpSp>
        <p:sp>
          <p:nvSpPr>
            <p:cNvPr id="202" name="矩形 201"/>
            <p:cNvSpPr/>
            <p:nvPr/>
          </p:nvSpPr>
          <p:spPr>
            <a:xfrm>
              <a:off x="10609" y="4655"/>
              <a:ext cx="629" cy="46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mpd="sng">
              <a:noFill/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2*</a:t>
              </a:r>
              <a:endParaRPr lang="en-US" altLang="zh-CN"/>
            </a:p>
          </p:txBody>
        </p:sp>
        <p:sp>
          <p:nvSpPr>
            <p:cNvPr id="203" name="矩形 202"/>
            <p:cNvSpPr/>
            <p:nvPr/>
          </p:nvSpPr>
          <p:spPr>
            <a:xfrm>
              <a:off x="9351" y="4661"/>
              <a:ext cx="629" cy="46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204" name="矩形 203"/>
            <p:cNvSpPr/>
            <p:nvPr/>
          </p:nvSpPr>
          <p:spPr>
            <a:xfrm>
              <a:off x="9980" y="4654"/>
              <a:ext cx="629" cy="46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205" name="矩形 204"/>
            <p:cNvSpPr/>
            <p:nvPr/>
          </p:nvSpPr>
          <p:spPr>
            <a:xfrm>
              <a:off x="11856" y="4117"/>
              <a:ext cx="629" cy="46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mpd="sng">
              <a:noFill/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ym typeface="+mn-ea"/>
                </a:rPr>
                <a:t>1*</a:t>
              </a:r>
              <a:endParaRPr lang="en-US" altLang="zh-CN"/>
            </a:p>
          </p:txBody>
        </p:sp>
        <p:sp>
          <p:nvSpPr>
            <p:cNvPr id="206" name="矩形 205"/>
            <p:cNvSpPr/>
            <p:nvPr/>
          </p:nvSpPr>
          <p:spPr>
            <a:xfrm>
              <a:off x="11227" y="4117"/>
              <a:ext cx="629" cy="46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07" name="矩形 206"/>
            <p:cNvSpPr/>
            <p:nvPr/>
          </p:nvSpPr>
          <p:spPr>
            <a:xfrm>
              <a:off x="9980" y="4117"/>
              <a:ext cx="629" cy="46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08" name="矩形 207"/>
            <p:cNvSpPr/>
            <p:nvPr/>
          </p:nvSpPr>
          <p:spPr>
            <a:xfrm>
              <a:off x="10609" y="4117"/>
              <a:ext cx="629" cy="46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09" name="矩形 208"/>
            <p:cNvSpPr/>
            <p:nvPr/>
          </p:nvSpPr>
          <p:spPr>
            <a:xfrm>
              <a:off x="9351" y="4117"/>
              <a:ext cx="629" cy="46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10" name="矩形 209"/>
            <p:cNvSpPr/>
            <p:nvPr/>
          </p:nvSpPr>
          <p:spPr>
            <a:xfrm>
              <a:off x="12485" y="4117"/>
              <a:ext cx="629" cy="46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mpd="sng">
              <a:noFill/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ym typeface="+mn-ea"/>
                </a:rPr>
                <a:t>1*</a:t>
              </a:r>
              <a:endParaRPr lang="en-US" altLang="zh-CN"/>
            </a:p>
          </p:txBody>
        </p:sp>
        <p:sp>
          <p:nvSpPr>
            <p:cNvPr id="211" name="矩形 210"/>
            <p:cNvSpPr/>
            <p:nvPr/>
          </p:nvSpPr>
          <p:spPr>
            <a:xfrm>
              <a:off x="11237" y="4661"/>
              <a:ext cx="629" cy="4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mpd="sng">
              <a:noFill/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2*</a:t>
              </a:r>
              <a:endParaRPr lang="en-US" altLang="zh-CN"/>
            </a:p>
          </p:txBody>
        </p:sp>
        <p:sp>
          <p:nvSpPr>
            <p:cNvPr id="212" name="矩形 211"/>
            <p:cNvSpPr/>
            <p:nvPr/>
          </p:nvSpPr>
          <p:spPr>
            <a:xfrm>
              <a:off x="9351" y="5273"/>
              <a:ext cx="629" cy="46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213" name="矩形 212"/>
            <p:cNvSpPr/>
            <p:nvPr/>
          </p:nvSpPr>
          <p:spPr>
            <a:xfrm>
              <a:off x="9980" y="5274"/>
              <a:ext cx="629" cy="46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214" name="矩形 213"/>
            <p:cNvSpPr/>
            <p:nvPr/>
          </p:nvSpPr>
          <p:spPr>
            <a:xfrm>
              <a:off x="10609" y="5275"/>
              <a:ext cx="629" cy="46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mpd="sng">
              <a:noFill/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3*</a:t>
              </a:r>
              <a:endParaRPr lang="en-US" altLang="zh-CN"/>
            </a:p>
          </p:txBody>
        </p:sp>
        <p:sp>
          <p:nvSpPr>
            <p:cNvPr id="215" name="矩形 214"/>
            <p:cNvSpPr/>
            <p:nvPr/>
          </p:nvSpPr>
          <p:spPr>
            <a:xfrm>
              <a:off x="11237" y="5275"/>
              <a:ext cx="629" cy="45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mpd="sng">
              <a:noFill/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3*</a:t>
              </a:r>
              <a:endParaRPr lang="en-US" altLang="zh-CN"/>
            </a:p>
          </p:txBody>
        </p:sp>
        <p:sp>
          <p:nvSpPr>
            <p:cNvPr id="216" name="矩形 215"/>
            <p:cNvSpPr/>
            <p:nvPr/>
          </p:nvSpPr>
          <p:spPr>
            <a:xfrm>
              <a:off x="11866" y="5271"/>
              <a:ext cx="629" cy="46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mpd="sng">
              <a:noFill/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3*</a:t>
              </a:r>
              <a:endParaRPr lang="en-US" altLang="zh-CN"/>
            </a:p>
          </p:txBody>
        </p:sp>
        <p:sp>
          <p:nvSpPr>
            <p:cNvPr id="217" name="矩形 216"/>
            <p:cNvSpPr/>
            <p:nvPr/>
          </p:nvSpPr>
          <p:spPr>
            <a:xfrm>
              <a:off x="12484" y="5271"/>
              <a:ext cx="629" cy="46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mpd="sng">
              <a:noFill/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3*</a:t>
              </a:r>
              <a:endParaRPr lang="en-US" altLang="zh-CN"/>
            </a:p>
          </p:txBody>
        </p:sp>
        <p:sp>
          <p:nvSpPr>
            <p:cNvPr id="13" name="矩形 12"/>
            <p:cNvSpPr/>
            <p:nvPr/>
          </p:nvSpPr>
          <p:spPr>
            <a:xfrm>
              <a:off x="9355" y="5894"/>
              <a:ext cx="629" cy="46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6" name="矩形 15"/>
            <p:cNvSpPr/>
            <p:nvPr/>
          </p:nvSpPr>
          <p:spPr>
            <a:xfrm>
              <a:off x="9357" y="6534"/>
              <a:ext cx="629" cy="46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57" y="7215"/>
              <a:ext cx="627" cy="46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mpd="sng">
              <a:noFill/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1*</a:t>
              </a:r>
              <a:endParaRPr lang="en-US" altLang="zh-CN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0424" y="7158"/>
              <a:ext cx="3399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pitchFamily="34" charset="-122"/>
                </a:rPr>
                <a:t>pre-allocated token</a:t>
              </a:r>
              <a:endParaRPr lang="en-US" altLang="zh-CN" sz="180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>
              <a:off x="9217" y="8235"/>
              <a:ext cx="986" cy="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9217" y="7895"/>
              <a:ext cx="986" cy="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9217" y="8916"/>
              <a:ext cx="1086" cy="0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9217" y="8575"/>
              <a:ext cx="1086" cy="0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10424" y="7782"/>
              <a:ext cx="2766" cy="52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pitchFamily="34" charset="-122"/>
                </a:rPr>
                <a:t>running queue</a:t>
              </a:r>
              <a:endParaRPr lang="en-US" altLang="zh-CN" sz="180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0424" y="8462"/>
              <a:ext cx="2766" cy="52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pitchFamily="34" charset="-122"/>
                </a:rPr>
                <a:t>waiting queue</a:t>
              </a:r>
              <a:endParaRPr lang="en-US" altLang="zh-CN" sz="180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477" y="6272"/>
              <a:ext cx="6653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ctr"/>
              <a:r>
                <a:rPr lang="zh-CN" altLang="en-US" sz="1800">
                  <a:latin typeface="Arial" panose="020B0604020202020204" pitchFamily="34" charset="0"/>
                  <a:ea typeface="微软雅黑" panose="020B0503020204020204" pitchFamily="34" charset="-122"/>
                </a:rPr>
                <a:t>激进调度</a:t>
              </a:r>
              <a:endParaRPr lang="zh-CN" altLang="en-US" sz="180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68" y="9220"/>
              <a:ext cx="7783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ctr"/>
              <a:r>
                <a:rPr lang="zh-CN" altLang="en-US" sz="1800">
                  <a:latin typeface="Arial" panose="020B0604020202020204" pitchFamily="34" charset="0"/>
                  <a:ea typeface="微软雅黑" panose="020B0503020204020204" pitchFamily="34" charset="-122"/>
                </a:rPr>
                <a:t>保守调度</a:t>
              </a:r>
              <a:endParaRPr lang="zh-CN" altLang="en-US" sz="180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2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3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4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5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6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7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8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9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10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11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12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13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14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15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16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17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18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19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20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21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22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23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24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25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26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27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28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29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30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31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32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33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34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35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36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37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38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39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40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41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42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43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44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45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46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47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48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49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50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51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52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53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54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55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56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57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58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59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60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61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62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63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64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65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66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67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68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69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70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71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72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73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74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75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76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77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78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79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80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81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82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83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84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85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86.xml><?xml version="1.0" encoding="utf-8"?>
<p:tagLst xmlns:p="http://schemas.openxmlformats.org/presentationml/2006/main">
  <p:tag name="KSO_WM_DIAGRAM_VIRTUALLY_FRAME" val="{&quot;height&quot;:353.5,&quot;left&quot;:10.3,&quot;top&quot;:162.3,&quot;width&quot;:703.45}"/>
</p:tagLst>
</file>

<file path=ppt/tags/tag87.xml><?xml version="1.0" encoding="utf-8"?>
<p:tagLst xmlns:p="http://schemas.openxmlformats.org/presentationml/2006/main">
  <p:tag name="KSO_WM_DIAGRAM_VIRTUALLY_FRAME" val="{&quot;height&quot;:115.4,&quot;left&quot;:15.95,&quot;top&quot;:173.9,&quot;width&quot;:703.45}"/>
</p:tagLst>
</file>

<file path=ppt/tags/tag88.xml><?xml version="1.0" encoding="utf-8"?>
<p:tagLst xmlns:p="http://schemas.openxmlformats.org/presentationml/2006/main">
  <p:tag name="KSO_WM_DIAGRAM_VIRTUALLY_FRAME" val="{&quot;height&quot;:115.4,&quot;left&quot;:15.95,&quot;top&quot;:173.9,&quot;width&quot;:703.45}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WPS 演示</Application>
  <PresentationFormat>全屏显示(4:3)</PresentationFormat>
  <Paragraphs>136</Paragraphs>
  <Slides>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</vt:lpstr>
      <vt:lpstr>Times New Roman</vt:lpstr>
      <vt:lpstr>黑体</vt:lpstr>
      <vt:lpstr>Calibri Light</vt:lpstr>
      <vt:lpstr>Cambria</vt:lpstr>
      <vt:lpstr>等线</vt:lpstr>
      <vt:lpstr>Arial Unicode MS</vt:lpstr>
      <vt:lpstr>等线 Light</vt:lpstr>
      <vt:lpstr>自定义设计方案</vt:lpstr>
      <vt:lpstr>1_自定义设计方案</vt:lpstr>
      <vt:lpstr>PowerPoint 演示文稿</vt:lpstr>
      <vt:lpstr>PowerPoint 演示文稿</vt:lpstr>
    </vt:vector>
  </TitlesOfParts>
  <Company>Origraph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王涛</cp:lastModifiedBy>
  <cp:revision>4883</cp:revision>
  <cp:lastPrinted>2020-09-21T11:20:00Z</cp:lastPrinted>
  <dcterms:created xsi:type="dcterms:W3CDTF">2020-09-21T11:20:00Z</dcterms:created>
  <dcterms:modified xsi:type="dcterms:W3CDTF">2026-07-30T13:03:52Z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3D19F5A3383D49B180B98F357CEB9FE3_13</vt:lpwstr>
  </property>
</Properties>
</file>